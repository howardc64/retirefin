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(file:28). Specification-based, not implementation audit. state owns inputs; projection owns derived finance; app.js coordinates startup, recompute, rendering, and live publication.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(file:28). Specification-based, not implementation audit. A/B here denote separate parent/heir tabs, not the scenario manager’s plan letters.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(file:28). Specification-based, not implementation audit. Live link transports inheritance input snapshots—not chart pixels or continuously shared mutable 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(file:28). Specification-based, not implementation audit. Without Web Locks, only explicit ?plan= separates tabs; same-slot warnings remain important.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(file:28). Specification-based, not implementation audit. Runtime last-heard state lives in liveRt, separate from persistent source metadata.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(file:28). Specification-based, not implementation audit. Uses the same inheritance baseline/override contract as manual re-import.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(file:28). Specification-based, not implementation audit. Connection pulses and send/receive flashes are UI feedback, not changes to financial policy.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(file:28). Specification-based, not implementation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(file:28). Specification-based, not implementation audit. Detailed inherited-account cash-routing rule takes precedence over retained contradictory conversion-unit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(file:28). Specification-based, not implementation audit. The local live channel never computes tax itself; each tab independently owns its state and projection.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(file:28). Specification-based, not implementation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(file:28). Specification-based, not implementation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(file:28). Specification-based, not implementation audit. Broadcast plan identity liveId is distinct from autosave slot, sender-tab inst, and scenario 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(file:28). Specification-based, not implementation audit. Browser statements are the application specification’s supported/tested scope, not an independent compatibility survey.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(file:28). Specification-based, not implementation audit. Extend transport behind liveSend/liveOnMessage only when remote synchronization is explicitly implemented.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Retirement Income Planner —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Full rebuild with local live inheritance links and isolated multi-tab plan sessions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Input and core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Household and asset controls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Inheritance imports and overrides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New liveLink.js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Independent tab autosave slots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Annual financial projection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Tax/funding fixed point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Withdrawal/conversion optimizer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Inherited schedules and estate events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Display and services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Charts and inheritance income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Scenarios and two Notes scopes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Live status bar and tab identity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Excel, print, docs, read-only chat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state owns inputs; projection owns derived finance; app.js coordinates startup, recompute, rendering, and live publication.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— evening rebuild | ARCHITECTURE.md |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Latest addition — local live plan links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Parent plan A publishes inheritance snapshots; heir plan B refreshes an existing imported source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Transport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BroadcastChannel retirementPlannerLive_v1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Same origin and browser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application server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Serve localhost or a host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file:// origins unreliable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Plan isolation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Web Locks claim tab autosave slots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Original slot preserves old session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Numbered or explicit named slots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Scenario storage isolated too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Slot held until tab closes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Inheritance continuity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Recipient keeps asset percentages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User overrides preserved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Changed parent snapshot refreshes source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Closed parent leaves last snapshot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Chain metadata rejects cycles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A/B here denote separate parent/heir tabs, not the scenario manager’s plan letters.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— evening rebuild | ARCHITECTURE.md |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Live parent-to-heir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Reuse the already-computed parent projection instead of running a second financial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Parent tab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Edit inputs → recompute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lastProjection contains settled results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liveAfterRecompute debounces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inhExtractFromProj derives passing snapshot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Local channel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snapshot only if hash changed and subscriber alive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Heartbeat sub messages carry target/hash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pong confirms current snapshot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Discovery identifies open plans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Heir tab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Validate incoming source assets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Keep newest pending snapshot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Defer disruptive form rebuild while editing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inhApplySource → syncInheritance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Render, recompute, autosave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Live link transports inheritance input snapshots—not chart pixels or continuously shared mutable state.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— evening rebuild | ARCHITECTURE.md |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Multi-tab startup — claim an isolated plan slot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claimPlanSlot is awaited first in DOMContentLoaded before plan restoration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Priority 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Explicit ?plan=NAME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Previous tab slot in sessionStorage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Original first-app slot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First free numbered slot 2–9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Atomic ownership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Web Lock retirementPlannerSlot:&lt;slot&gt;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Held until tab closes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Crash releases lock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Duplicated tab finds copied slot occupied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Claims next free slot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Storage and restore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planKeys selects autosave/scenario/timestamp keys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New numbered slot starts default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Existing numbered autosave prompts restore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Start fresh is focused default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Fresh answer wipes that slot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Without Web Locks, only explicit ?plan= separates tabs; same-slot warnings remain important.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— evening rebuild | ARCHITECTURE.md |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Identity, matching, and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Stable plan identity and liveness distinguish a live source from a filename-only import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Plan identity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state.liveId created on first use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Saved in plan file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Sender tab identity inst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Source liveId/liveName/liveHash/liveChain persisted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Source matching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Prefer liveId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Fallback to saved filename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Same-name takeover only after old publisher stale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Link… discovers open plans for manual selection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Message family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v:1 messages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sub heartbeat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snapshot / pong reply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discover / ann discovery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bye departure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Expiry tracks subscriber/publisher liveness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Runtime last-heard state lives in liveRt, separate from persistent source metadata.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— evening rebuild | ARCHITECTURE.md |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Recipient update safety and override preservation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An automatic source refresh must not silently overwrite a deliberate heir-plan edit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Validate and coalesce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liveSanitize checks asset types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Finite numbers required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At most 200 assets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Newest snapshot per source wins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livePending coalesces updates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Avoid editing disruption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liveFlush waits while text/number/range/select has focus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Bounded by LIVE_DEFER_MAX_MS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Form renderer rebuilds inputs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Apply source after deferral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Merge and settle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Preserve allocation percentages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Untouched baseline fields follow new base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User-modified fields retained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renderIncomeForms then recompute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saveDebounced persists result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Uses the same inheritance baseline/override contract as manual re-import.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— evening rebuild | ARCHITECTURE.md |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One-way guarantees, status, and current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Plans can form a downstream chain, but cannot feed a snapshot back into their own ancestry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Cycle protection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Snapshot chain contains publisher ID and upstream IDs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Recipient rejects chain containing own liveId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 → B → C supported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 ← B ← A refused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Status surfaces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Source Live checkbox and Link…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Live / Waiting / off status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Live bar green receiving/sending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Amber when all sources waiting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Linked tab title prefix and slot label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Not implemented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B → A percentage feedback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remote WebSocket/WebRTC transport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Parent close retains last snapshot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Reduced motion uses static outline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server-backed cross-device sync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Connection pulses and send/receive flashes are UI feedback, not changes to financial policy.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— evening rebuild | ARCHITECTURE.md |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Inheritance baseline remains the shared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Manual file import and live refresh use the same recipient synchronization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Extract and allocate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Parent passing snapshot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pf/re/ira/roth asset types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Annuities excluded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Percentage per asset defaults zero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Start year derived from parent timeline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Provenance and overrides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 {file,key,base}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Normal recipient asset lists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Untouched field follows source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Edited field stays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Zero/missing asset removes inherited item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Arrival and schedules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balance before arrival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Inherited-at age maps to startYear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Untouched portfolio range follows age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Pre-tax SLE/RMD schedule when applicable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Inherited IRA ten-year deadline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— evening rebuild | ARCHITECTURE.md |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IRA routing and inherited-account 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Annual withdrawal amount and cash destination remain separate inputs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Own pre-tax IRA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Annual withdraw fixed or bracket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convToRoth true: taxable transfer into enabled Roth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false: taxable spendable household cash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Age/event start policy retained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Inherited IRA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Roth-routing checkbox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Hydration forces convToRoth false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Pre-tax annual draw cash/ordinary income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Inherited Roth payout cash only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Deadline does not extend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Row accounting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rothIn vs convCashTotal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convMain isolates own annual withdraw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inhIraWd / inhRothWd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Six IRA flow kinds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Own export subtracts inherited RMD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Detailed inherited-account cash-routing rule takes precedence over retained contradictory conversion-unit prose.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— evening rebuild | ARCHITECTURE.md |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Annual tax and expense solver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Live refresh changes inputs, then the normal engine recalculates the recipient plan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Annual IRA policy units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Fixed or constrained bracket search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Current-year filing for IRMAA cap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Household portfolio bracket sales after IRA solve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Funding sequence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Cash income then dividends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Built-in sales → IRA → Roth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Or custom pf/ira/roth/re order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Taxable draws and LTCG feed tax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Residual shortfall reported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Convergence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 → funding → income/gains → tax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Tolerance 0.005, cap 60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SCGL consumed once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Commit account balances after settlement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Publication reads resulting projection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The local live channel never computes tax itself; each tab independently owns its state and projection.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— evening rebuild | ARCHITECTURE.md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Tax character, deductions, and estate assets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Current financial distinctions must survive both inheritance extraction and reporting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Deduction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Basic + additional 65+ standard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Compare against LTC itemized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Enhanced senior deduction separate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Taxable SS first-tier cap retained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Derived inside tax solve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IRMAA and cash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Lookback MAGI and filing from same k−2 return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Tax-exempt interest affects MAGI/provisional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Tax-free annuity payout does not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Inherited Roth cash outside MAGI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Basis and property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Joint-spouse full step-up modeling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IDGT carryover basis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Same-holder swaps conserve basis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Scheduled vs shortfall sale tax differs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AUM limited to eligible non-IDGT brokerage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— evening rebuild | ARCHITECTURE.md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Dashboard and reporting consumers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Same projection powers independent chart panels and exports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Two/three-column saved layouts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chartPos / chartPosAlt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Saved Y locks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One-shot Same-scale actions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SS and SS tax outside groups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Inheritance income included in income action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Analytical panels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Income/MAGI/ordinary/qualified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IRA and LTCG flows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Inheritance asset income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Asset and IDGT value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Expense shortfall alert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 Element semantic popup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Excel and references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Inputs and named Tax tables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App outputs vs downstream formulas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Inherited IRA and property sheets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Source/start-year notes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Formula reference from constants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Usage/Tips Markdown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— evening rebuild | ARCHITECTURE.md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Plan slots versus scenarios versus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Separate levels of identity prevent accidental cross-tab state sharing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Tab plan slot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Autosave/scenario/timestamp namespace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Claimed by Web Lock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Title identifies app slot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Explicit ?plan supports named sessions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Scenario collection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Up to 26 scenarios within a tab’s plan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Active state and inactive snapshots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Viewer ui preserved on switch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Reset keeps A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Scenario set saved in file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Notes and save 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Global Notes ui-owned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Scenario Notes plan-owned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Remembered local file destination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Reset/reload forget save target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Save writes all scenarios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Broadcast plan identity liveId is distinct from autosave slot, sender-tab inst, and scenario ID.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— evening rebuild | ARCHITECTURE.md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Browser support, printing, and privacy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Document the tested target without overgeneralizing browser capabilities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Tested application target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Spec designates Chrome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Testing reported there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In-place Save uses File System Access API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Safari/Firefox path: named download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Local-host serving recommended for links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Local reporting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Print temporary expansion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Off-screen chart copies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Restore without state writes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Live snapshots local browser channel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remote live transport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External chat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Separate browser-to-provider request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Fresh curated snapshot and preview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Optional names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Keys outside plan file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chart/finance mutation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Not the live-link channel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Browser statements are the application specification’s supported/tested scope, not an independent compatibility survey.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— evening rebuild | ARCHITECTURE.md |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Engineering dependencies and safeguards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New liveLink.js spans input synchronization and startup/persistence orchestration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Integration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state.js: plan slot keys/identity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app.js: await slot claim at boot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recompute: liveAfterRecompute hook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inheritance: shared extraction/apply core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forms: bounded refresh deferral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Invariants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Independent state per tab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second parent projection on publish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Changed fields preserved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Finite bounded snapshots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Hash/liveness gating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Cycle rejection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Specification caveats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Inherited conversion wording conflicts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Chart-count/default prose remains stale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Old tax-summary exclusions retained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Specific newest contracts used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application execution or audit performed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Extend transport behind liveSend/liveOnMessage only when remote synchronization is explicitly implemented.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13, 2026 — evening rebuild | ARCHITECTURE.md |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