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(file:30). Specification-based architecture, not an implementation audit. One finance engine serves the entered plan and randomized trials; chart views do not rewrite plan inputs.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(file:30). Specification-based architecture, not an implementation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(file:30). Specification-based architecture, not an implementation audit. New financial fields belong in the projection contract before they are consumed by charts or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(file:30). Specification-based architecture, not an implementation audit. The specification states deterministic output is unchanged when the simulation hooks are null.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(file:30). Specification-based architecture, not an implementation audit. Distribution parameters and calibration are not specified here; this deck does not invent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(file:30). Specification-based architecture, not an implementation audit. New donor capture adds a private source run; do not repeat the older blanket “no extra projection” claim for the entire update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(file:30). Specification-based architecture, not an implementation audit. Settings key: retirementPlannerMC_v1. The two MC canvases are not draggable dashboard panels and disable app overlays.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(file:30). Specification-based architecture, not an implementation audit. Same configuration, seed, and trial number reproduce the same draws; replay reconstructs rather than storing every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(file:30). Specification-based architecture, not an implementation audit. The sticky comparison banner sits above scale controls and reserves two lines for the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(file:30). Specification-based architecture, not an implementation audit. Annual expenses now shows a compact red UNFUNDED tag beside Rescale; details move to the Chart Element popup.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(file:30). Specification-based architecture, not an implementation audit. Do not put percentage diagnostics into dollar-value Same-scale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(file:30). Specification-based architecture, not an implementation audit. Market panel starts hidden and stays outside Same-scale groups; the popup names each asset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(file:30). Specification-based architecture, not an implementation audit. New randomized inputs do not bypass basis, taxable Social Security, NIIT, deductions, or the household funding waterfall.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(file:30). Specification-based architecture, not an implementation audit. Current specific layout contract governs older incomplete chart-key/default summaries.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(file:30). Specification-based architecture, not an implementation audit. Trial A/B/C is an investigation view; it is not the scenario manager and not the parent/heir tab naming convention.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(file:30). Specification-based architecture, not an implementation audit. No report, compatibility, or security validation was performed during this slide rebuild.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(file:30). Specification-based architecture, not an implementation audit. These are documented test entry points, not test results produced by this rebuild.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(file:30). Specification-based architecture, not an implementation audit. Rebuilt from the newest uploaded ARCHITECTURE.md. All architecture cards and arrows are editable PowerPoint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700" b="1">
                <a:solidFill>
                  <a:srgbClr val="102641"/>
                </a:solidFill>
                <a:latin typeface="Aptos"/>
              </a:defRPr>
            </a:pPr>
            <a:r>
              <a:t>Retirement Income Planner —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Full rebuild with Monte Carlo analysis, reproducible trial views, and diagnostic charts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Input &amp; 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Canonical financial state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Household and asset policies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Inheritance and live links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Shared Markdown renderer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87368" y="3474720"/>
            <a:ext cx="210312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2544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Annual projection and tax solve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New monteCarlo.js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New donorTraj.js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Private-state randomized trials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91271" y="3474720"/>
            <a:ext cx="210312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56448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Display &amp; services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17 dashboard panels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New mcPanel.js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A/B/C trial comparison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Excel, print, notes, chat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943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One finance engine serves the entered plan and randomized trials; chart views do not rewrite plan inputs.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17, 2026 | ARCHITECTURE.md |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700" b="1">
                <a:solidFill>
                  <a:srgbClr val="102641"/>
                </a:solidFill>
                <a:latin typeface="Aptos"/>
              </a:defRPr>
            </a:pPr>
            <a:r>
              <a:t>What changed in this revision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Monte Carlo is an add-on around the existing projection, not a parallel financial calculator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Engine extension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Seeded RNG and samplers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Return and inflation hooks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Random lifespan/LTC/inheritance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Donor annual asset trajectories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7136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Trial investigation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A: entered plan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B: failed trial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C: successful trial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Replay by seed and trial number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Cause counts in sticky banner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Diagnostics &amp;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Inflation rate panel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Per-asset nominal market returns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Inheritance arrival markers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Unfunded-year shading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Engine, replay, inheritance, UI 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943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17, 2026 | ARCHITECTURE.md |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700" b="1">
                <a:solidFill>
                  <a:srgbClr val="102641"/>
                </a:solidFill>
                <a:latin typeface="Aptos"/>
              </a:defRPr>
            </a:pPr>
            <a:r>
              <a:t>Unchanged core — inputs to settled annual rows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Ownership boundaries remain central as simulation scope grows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State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state.js owns defaults/hydration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Inputs mutate via setPath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Enabled affects inclusion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Hidden affects presentation only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Temporary trial state is private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87368" y="3474720"/>
            <a:ext cx="210312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2544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Financial contract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Projection owns derived finance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Income, tax, balances, basis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Today’s-dollar calculations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Tax/funding circularity solved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DOM dependencies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91271" y="3474720"/>
            <a:ext cx="210312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56448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Display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Consume projection outputs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 formatting/aggregation only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Use shown trial projection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Shared render/update helpers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duplicate tax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943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New financial fields belong in the projection contract before they are consumed by charts or reports.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17, 2026 | ARCHITECTURE.md |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700" b="1">
                <a:solidFill>
                  <a:srgbClr val="102641"/>
                </a:solidFill>
                <a:latin typeface="Aptos"/>
              </a:defRPr>
            </a:pPr>
            <a:r>
              <a:t>Monte Carlo engine — private-state trial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compute/monteCarlo.js owns sampling, replay, measurement, and summaries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Prepare trial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withTempState clone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Seeded random draws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Replace lifespan/LTC/inheritance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Install return/inflation hooks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mutation of entered plan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87368" y="3474720"/>
            <a:ext cx="210312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2544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Reuse projection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MC_HOOK + gk at growth sites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MC_INFL replaces inflation formulas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cpiAt / infAt / growIdx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Normal tax and funding engine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Hooks null in deterministic use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91271" y="3474720"/>
            <a:ext cx="210312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56448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Measure &amp; summarize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mcRunTrial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mcMeasure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mcSummarize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mcFailureReasons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mcReplayTrial for investigation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943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The specification states deterministic output is unchanged when the simulation hooks are null.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17, 2026 | ARCHITECTURE.md |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700" b="1">
                <a:solidFill>
                  <a:srgbClr val="102641"/>
                </a:solidFill>
                <a:latin typeface="Aptos"/>
              </a:defRPr>
            </a:pPr>
            <a:r>
              <a:t>Randomized dimensions and model documentation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Five setting groups expose the simulation’s scope without putting settings into plan state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Returns &amp; inflation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Random-return hooks at growth sites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Inflation hooks across formulas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Formula reference names lognormal return factors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AR(1) inflation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7136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Life &amp; Long Term Care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Private-state passing ages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Formula reference names Gompertz lifespans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Random LTC inputs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Normal LTC expense/deduction logic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Inheritance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Private-state arrival/value inputs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Donor trajectory support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Sources lacking donor table remain planned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Model details in MONTE_CARLO.md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943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Distribution parameters and calibration are not specified here; this deck does not invent them.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17, 2026 | ARCHITECTURE.md |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700" b="1">
                <a:solidFill>
                  <a:srgbClr val="102641"/>
                </a:solidFill>
                <a:latin typeface="Aptos"/>
              </a:defRPr>
            </a:pPr>
            <a:r>
              <a:t>Donor trajectories — richer inheritance 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donorTraj.js adds an annual asset table alongside the normal passing snapshot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Capture 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At import and each live update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Run source once more privately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LTC disabled for this run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Last person alive to age 110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87368" y="3474720"/>
            <a:ext cx="210312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2544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Store donor block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inheritance.sources[].donor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Asset year-end value by year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Birth dates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Planned passing ages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LTC settings; no names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91271" y="3474720"/>
            <a:ext cx="210312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56448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Use in simulation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Supports randomized inheritance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Build/sanitize donor block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Missing table: stay as planned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Normal inheritance overrides retained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Separate from recipient UI state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943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New donor capture adds a private source run; do not repeat the older blanket “no extra projection” claim for the entire update pipeline.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17, 2026 | ARCHITECTURE.md |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700" b="1">
                <a:solidFill>
                  <a:srgbClr val="102641"/>
                </a:solidFill>
                <a:latin typeface="Aptos"/>
              </a:defRPr>
            </a:pPr>
            <a:r>
              <a:t>Monte Carlo card — run, summarize, investigate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mcPanel.js orchestrates interaction; compute files remain DOM-free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Configuration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Card starts collapsed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Five setting groups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Trials and Seed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Run / Cancel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Own localStorage settings key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7136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Execution &amp; validity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~40 ms main-thread chunks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Supports file:// execution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mcPlanKey excludes ui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recompute marks stale results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Plan edit invalidates trial 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Results surface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Summary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Why trials ran short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Study one trial row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Fan chart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Funded-share chart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943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Settings key: retirementPlannerMC_v1. The two MC canvases are not draggable dashboard panels and disable app overlays.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17, 2026 | ARCHITECTURE.md |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700" b="1">
                <a:solidFill>
                  <a:srgbClr val="102641"/>
                </a:solidFill>
                <a:latin typeface="Aptos"/>
              </a:defRPr>
            </a:pPr>
            <a:r>
              <a:t>A / B / C — distinguish plan from replayed paths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These letters label temporary trial views, not saved scenarios or separate linked tabs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A —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planProj: entered-plan projection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Preserved comparison baseline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 lines captured for ghosts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Back to plan exits trial 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7136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B — 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Selected failed trial replay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Study row loads failure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Step through failed trials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Banner includes cause context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 key flips A ↔ last B/C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C — Success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Successful replayed run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Success list uses failK &lt; 0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 advances; Shift+C reverses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Wrap through success list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Arrows follow active trial class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943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Same configuration, seed, and trial number reproduce the same draws; replay reconstructs rather than storing every path.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17, 2026 | ARCHITECTURE.md |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700" b="1">
                <a:solidFill>
                  <a:srgbClr val="102641"/>
                </a:solidFill>
                <a:latin typeface="Aptos"/>
              </a:defRPr>
            </a:pPr>
            <a:r>
              <a:t>Trial rendering lifecycle — fit, compare, restore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Temporary view state must not leak trial settings into the saved plan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Replay &amp; select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mcReplayTrial(cfg,i)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mcTrialView stores plan and B/C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mcUseTrial exposes shown fields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lastProjection = mcTrialShown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87368" y="3474720"/>
            <a:ext cx="210312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2544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Compare fairly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mcFitBoth dry pass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Y maxima fit A, B, and C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mcCaptureGhosts stores A lines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Trial scales never saved into plan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Rescale fits current chart view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91271" y="3474720"/>
            <a:ext cx="210312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56448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Exit or invalidate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Editing plan clears trial view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New run ends current view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Back to plan calls mcTrialExit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Normal projection resumes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Sticky banner disappears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943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The sticky comparison banner sits above scale controls and reserves two lines for the explanation.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17, 2026 | ARCHITECTURE.md |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700" b="1">
                <a:solidFill>
                  <a:srgbClr val="102641"/>
                </a:solidFill>
                <a:latin typeface="Aptos"/>
              </a:defRPr>
            </a:pPr>
            <a:r>
              <a:t>Diagnostic overlays — connect cause to timing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Display-only plugins reveal arrivals, baseline differences, and expense failures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Inheritance arrival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inhArrival purple triangle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Below age axis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Always on time-based charts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Follows loaded trial arrival year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Additional tick-label padding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7136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Plan ghosts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abGhost thin dashed grey lines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Shown behind B/C trial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Captured as age-index/value pairs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Per-axis data survives resize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Common A/B/C Y scales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Unfunded years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unfundedYears faint red bands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Every time-based chart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Uses row.expUnfunded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Visible in whichever chart is studied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Off for MC card canvases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943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Annual expenses now shows a compact red UNFUNDED tag beside Rescale; details move to the Chart Element popup.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17, 2026 | ARCHITECTURE.md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700" b="1">
                <a:solidFill>
                  <a:srgbClr val="102641"/>
                </a:solidFill>
                <a:latin typeface="Aptos"/>
              </a:defRPr>
            </a:pPr>
            <a:r>
              <a:t>Inflation rate chart — path versus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display/inflationChart.js adds a percentage diagnostic with its own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Baseline 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Dashed grey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Entered constant inflation on A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Loaded trial mean when relevant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Trial dataset retained but empty on 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7136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Trial 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Yearly cap.infl.pi[k]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Only for random-inflation B/C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Read-only path diagnostic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Fixed cross-view scale while loaded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Popup values are percentages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Relative price-level comparison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Example 1.15 = 15% above constant-rate prices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Hidden by default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Same-scale group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943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Do not put percentage diagnostics into dollar-value Same-scale groups.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17, 2026 | ARCHITECTURE.md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700" b="1">
                <a:solidFill>
                  <a:srgbClr val="102641"/>
                </a:solidFill>
                <a:latin typeface="Aptos"/>
              </a:defRPr>
            </a:pPr>
            <a:r>
              <a:t>Market return chart — engine-used per-asset rates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display/marketChart.js derives nominal returns from recorded real growth and inflation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Record once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proj.rates[k][assetKey]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proj.inflRate[k]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RECRATES off in batch trials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Replay enables rate recording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Null outside asset existence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7136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Convert for display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Nominal % =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[(1 + real growth) ×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(1 + inflation) − 1] × 100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Flat entered-plan lines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Trial shocks vary paths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Navigate assets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One line per growing asset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Portfolio/IRA/Roth/property/inherited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All lines or one selected asset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Navigation not saved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Own scale fitted to all lines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943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Market panel starts hidden and stays outside Same-scale groups; the popup names each asset line.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17, 2026 | ARCHITECTURE.md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700" b="1">
                <a:solidFill>
                  <a:srgbClr val="102641"/>
                </a:solidFill>
                <a:latin typeface="Aptos"/>
              </a:defRPr>
            </a:pPr>
            <a:r>
              <a:t>Settled finance — tax, cash, and distributions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Every randomized path still uses the same financial distinctions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Annual withdrawals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Own IRA amount vs destination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Roth transfer is not cash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Plain pre-tax draw is taxable cash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Inherited IRA draws stay cash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Bracket limits solved with tax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7136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Portfolio 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Distributed LTCG pct or amount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Gain tax character separate from cash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Dividend-like funding stage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Unspent distribution reinvests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Proactive sales vs shortfall sales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Tax &amp; funding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Expenses → draws/gains → tax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 tolerance 0.005; cap 60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Consume SCGL once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LTC deduction inside solve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IRMAA from k−2 MAGI/filing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943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New randomized inputs do not bypass basis, taxable Social Security, NIIT, deductions, or the household funding waterfall.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17, 2026 | ARCHITECTURE.md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700" b="1">
                <a:solidFill>
                  <a:srgbClr val="102641"/>
                </a:solidFill>
                <a:latin typeface="Aptos"/>
              </a:defRPr>
            </a:pPr>
            <a:r>
              <a:t>Dashboard architecture — now 17 panels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Inflation and market returns join existing financial views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Persistent layout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2- or 3-column arrangement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Separate alternate positions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Drag move or swap cells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No-data positions retained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User-moved diagnostic cells preserved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7136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Scale behavior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Saved chartYMax locks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Same scale is one-shot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SS/SS-tax outside groups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Inflation/market outside groups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Trial fitting is temporary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Warnings &amp;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UNFUNDED in expenses tools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Details in Chart Element popup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Market navigation in tools row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IRA-stretch alert in scale row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MC card remains separate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943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Current specific layout contract governs older incomplete chart-key/default summaries.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17, 2026 | ARCHITECTURE.md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700" b="1">
                <a:solidFill>
                  <a:srgbClr val="102641"/>
                </a:solidFill>
                <a:latin typeface="Aptos"/>
              </a:defRPr>
            </a:pPr>
            <a:r>
              <a:t>Inheritance links, slots, and 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Three independent identities must remain distinct from Monte Carlo A/B/C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Linked plans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BroadcastChannel local transport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Live identity and liveness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Percentages/overrides preserved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Chain rejects cycles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Donor table refreshed too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7136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Tab slots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Web Locks isolate autosave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Reload keeps tab slot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Named ?plan supported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Restore/start-fresh prompt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cross-device live transport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Saved scenarios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Up to 26 financial plans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Active state plus snapshots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Viewer ui shared on switch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Global vs scenario Notes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Save writes scenario collection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943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Trial A/B/C is an investigation view; it is not the scenario manager and not the parent/heir tab naming convention.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17, 2026 | ARCHITECTURE.md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700" b="1">
                <a:solidFill>
                  <a:srgbClr val="102641"/>
                </a:solidFill>
                <a:latin typeface="Aptos"/>
              </a:defRPr>
            </a:pPr>
            <a:r>
              <a:t>Presentation, reporting, and privacy boundaries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Keep application utilities separate from simulation finance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Shared rendering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core/markdown.js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Usage/Tips via mdPage.js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Escaping before Markdown output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Stricter chat options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Named responsive card containers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7136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Reports &amp; persistence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Print temporary expansion/copies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Full clamped notes in print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Excel consumes lastProjection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File destination remembered in session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Trial Y locks not persisted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Read-only chat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Browser → chosen provider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Current curated snapshot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Preview and optional names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Keys outside plan state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plan/chart writes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943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No report, compatibility, or security validation was performed during this slide rebuild.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17, 2026 | ARCHITECTURE.md |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700" b="1">
                <a:solidFill>
                  <a:srgbClr val="102641"/>
                </a:solidFill>
                <a:latin typeface="Aptos"/>
              </a:defRPr>
            </a:pPr>
            <a:r>
              <a:t>Testing and engineering handoff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The revision adds dedicated Monte Carlo tests alongside deterministic regressions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Compute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mc_harness loads engine in vm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mc_test with caller plan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mc_inherit_test with heir/donor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plan data stored in tests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Sweep/inflation comparison helpers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7136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Replay &amp; UI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mc_replay_test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mc_ui_test with stub DOM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Card and sticky banner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A/B/C behavior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Inflation/market and arrival markers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Change ownership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monteCarlo.js: trials/summaries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donorTraj.js: donor blocks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projection.js: finance hooks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mcPanel.js: interaction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 files/plugins: diagnostics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943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These are documented test entry points, not test results produced by this rebuild.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17, 2026 | ARCHITECTURE.md |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700" b="1">
                <a:solidFill>
                  <a:srgbClr val="102641"/>
                </a:solidFill>
                <a:latin typeface="Aptos"/>
              </a:defRPr>
            </a:pPr>
            <a:r>
              <a:t>Architecture invariants and known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Keep the extension reproducible, private-state, and consistent with the newest contracts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Preserve invariants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Single finance engine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Deterministic hooks null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Seeded replay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trial-scale leakage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Projection-driven diagnostics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7136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Avoid overclaims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simulation results generated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calibration validation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source-code audit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tests rerun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remote live transport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664208"/>
            <a:ext cx="3493008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828800"/>
            <a:ext cx="31638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Resolve stale prose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560320"/>
            <a:ext cx="316382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New donor run vs older publication claim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17-panel map vs old key lists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Distributed gains vs sales-only text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Inherited cash vs conversion wording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Specific current contracts prioritized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943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Rebuilt from the newest uploaded ARCHITECTURE.md. All architecture cards and arrows are editable PowerPoint objects.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17, 2026 | ARCHITECTURE.md |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