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print-safe reporting, tax-detail companion charts, drag-reordered income cards, and richer Markdown rendering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Cards, settings, drag-to-reorder layout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Writes plan and display-only UI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Single annual projection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All financial logic and tax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report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Interactive charts, print snapshots, docs, export, chat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Consumes state or projection contracts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Core invariant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New interaction and reporting features remain passive: they do not create a second financial model or mutate plan data during presentation.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newest specification adds robust printing, expanded tax visualization, shared draggable income layout, and improved Markdown lists.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Print service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Dedicated print.js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Print all hidden sections and cards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Static chart bitmap copies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Restores UI with no saved-state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Tax details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primary tax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Ordinary-tax companion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Qualified-tax companion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scale, tooltips, and Rescale behavior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Income layout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order in state.ui.incomeOrder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HTML5 drag handles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order in all person columns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Display-only: no recompute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Markdown docs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Nested lists by indentation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mdPage viewer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Usage and Notes remain content 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Print architecture: generate snapshots, not side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Print action reveals the full plan and replaces live charts with synchronous bitmap copies only for the print lifecycle.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205740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Print command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Topbar Print button or Ctrl/Cmd+P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window.print()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7792" y="1188720"/>
            <a:ext cx="205740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beforeprint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Open hidden sections/cards in DOM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 printing-all class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Do not change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07792" y="118872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12664" y="1188720"/>
            <a:ext cx="205740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Chart cloning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Fresh, non-animated off-screen charts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Copy pixels to plain canvases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12664" y="118872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17536" y="1188720"/>
            <a:ext cx="205740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Print layout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Single column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480px charts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 buttons or Hide controls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17536" y="118872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22408" y="1188720"/>
            <a:ext cx="155448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afterprint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Restore live canvas/UI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22408" y="118872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06040" y="1856231"/>
            <a:ext cx="219456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10912" y="1856231"/>
            <a:ext cx="219456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15783" y="1856231"/>
            <a:ext cx="219457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20656" y="1856231"/>
            <a:ext cx="219456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51560" y="3566160"/>
            <a:ext cx="470916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Why copies are necessary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Live Chart.js canvases are never resized or redrawn for printing. This avoids timing, animation, or resize races that could produce blank charts.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356616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2512" y="3566160"/>
            <a:ext cx="470916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guarantee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Printing behaves as if all Hides were unchecked, but state is never touched. Saved plans, autosave, and interactive display return unchanged afterward.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2512" y="356616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Tax section: one overview plus two diagnostic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tax display expands from one stacked chart into an overview-and-detail layout without duplicating tax calculations.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70432"/>
            <a:ext cx="3977639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Primary tax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Two-thirds width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Stack: ordinary tax, QDIV tiers, LTCG tiers, NIIT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Effective and marginal-rate overlays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Full legend, note, and shared tooltip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Owns locked Y scale key: tax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92040" y="1170432"/>
            <a:ext cx="2880360" cy="19202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Ordinary-tax companion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Upper-right, half-size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Ordinary-income tax only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Dashed tax-bracket ceiling overlay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Labels show rate above each bracket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1170432"/>
            <a:ext cx="82296" cy="19202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92040" y="3749039"/>
            <a:ext cx="2880360" cy="19202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Qualified-tax companion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Lower-right, half-size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QDIV tiers + LTCG tiers + NIIT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stacking colors as primary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749039"/>
            <a:ext cx="82296" cy="19202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170432"/>
            <a:ext cx="33832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behavior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X labels and tooltip semantics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Locked Y scale is shared across all three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Sparser ticks on companions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legend/note on companion charts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 Rescale control updates the 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70432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4553712" y="2148840"/>
            <a:ext cx="246888" cy="77724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53712" y="4297680"/>
            <a:ext cx="246888" cy="41148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Income-card ordering is now user-controlled and saved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single ordering vector creates a consistent card layout across both spouses while keeping financial computation untouched.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70432"/>
            <a:ext cx="32461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State contract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state.ui.incomeOrder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Permutation of INCOME_CARD_KEYS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Normalized in hydrateState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Saved, autosaved, restored, and reset with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70432"/>
            <a:ext cx="324612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Interaction model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Each top-level card has a ⋮⋮ drag handle.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Delegated HTML5 drag events move a card type.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Both spouse columns highlight the same card type.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Drop zones include gaps, headings, and padding.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7043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70432"/>
            <a:ext cx="32461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Rendering result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renderIncomeForms builds every person column in one shared order.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Re-render and autosave follow a successful move.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recompute: order is display-only and never affects financial results.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Drag-and-drop flow for the income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grid accepts a drop even in non-card areas, then snaps the move to the nearest card position.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0160"/>
            <a:ext cx="2148840" cy="12801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Drag start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Top-level card handle identifies data-card key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82296" cy="12801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17520" y="1280160"/>
            <a:ext cx="2148840" cy="12801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Hover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Both person columns highlight the matching card 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280160"/>
            <a:ext cx="82296" cy="12801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532120" y="1280160"/>
            <a:ext cx="2148840" cy="12801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Drop target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Card, gap, column heading, or padding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1280160"/>
            <a:ext cx="82296" cy="12801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2148840" cy="12801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Nearest position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dndCardAt snaps to vertically nearest 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80160"/>
            <a:ext cx="82296" cy="12801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61320" y="1280160"/>
            <a:ext cx="1051560" cy="128016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Commit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move → render → save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1280160"/>
            <a:ext cx="82296" cy="128016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97480" y="1920240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12080" y="1920240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26679" y="1920240"/>
            <a:ext cx="22860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241280" y="1920240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43000" y="3703320"/>
            <a:ext cx="9784080" cy="11887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Pure layout rule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moveIncomeCard is the pure reorder operation. It changes only the shared card order; it does not mutate inputs, account balances, or any computed projection 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3703320"/>
            <a:ext cx="82296" cy="118872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Markdown documentation gains nested-list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shared Markdown renderer now represents structured guidance more faithfully without adding a network dependency.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324612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Supported list grammar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Bullet markers: -, *, +, •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Numbered lists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Nest with two or more spaces or one tab per level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Indented lines under an item continue that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80560" y="1234440"/>
            <a:ext cx="324612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rendering path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Usage.md and Note4User.md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openMdPage(file, label)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mdToHtml converts content at page-open time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mdPageHtml supplies common shell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234440"/>
            <a:ext cx="324612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Operational benefits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Docs remain editable without application-code changes.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CDN dependency; can work offline when served.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Under file://, failure page explains browser fetch restriction and workarounds.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23444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Updated display stack and script dependencies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update adds print.js and expands tax-chart internals while preserving the global-scope, dependency-ordered loading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70432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additions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print.js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taxOrdChart / charts.taxOrd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taxQualChart / charts.taxQual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taxBracketOverlay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Improved mdPage list 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70432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Chart registry impact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Registry owns primary and companion tax instances.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destroyAllCharts and resizeAllCharts cover every live chart.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Print loops the registry rather than maintaining separate chart lists.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70432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70432"/>
            <a:ext cx="333756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Style and markup impact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css/styles.css holds print-ready rules outside @media print so they apply before print media.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index.html adds companion canvases and Print action.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Plain scripts still load in dependency order before app.js.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70432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interaction and reporting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update reinforces a consistent rule: UI conveniences may change presentation state, but not financial meaning.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Print safely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Treat printing as a temporary DOM presentation mode.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Snapshot charts synchronously.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Restore the live experience without writing state.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Visualize consistently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Detail charts must reuse projection data, colors, scale policies, and tooltips.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 charts to the registry rather than hand-maintained lifecycle lists.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Customize transparently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Persist display-only preferences such as card order.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Normalize saved UI structures during hydration.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 not trigger computation for non-financial interaction changes.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Print, tax-detail, and customizable income-layout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