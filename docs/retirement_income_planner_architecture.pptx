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state owns inputs; projection owns derived finance; app.js orchestrates Input → Compute → Display.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Inheritance sources are input provenance, not a separate derived-value store.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markInheritedChanges runs after rendering and on input/change; arrival timing remains calendar-year-based in Compute.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The detailed schedule and holder rules are the planner’s specified model, not a complete inherited-account tax-law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Legacy rothConv* field names now carry annual withdrawals, not exclusively Roth conversions.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Charts and Excel read named row fields rather than inferring ownership from aggregate amounts.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Inherited-income panel is part of income/expense Same-scale actions; exact default cell is not inferred from older layout maps.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Source still contains an old “additional standard deduction not modeled” sentence; the new constants and compute rule take precedence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Do not reuse annuityTE as tax-exempt interest; its tax-free cash treatment is a separate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The inherited IRA section retains contradictory conversion-unit wording; enforced convToRoth=false governs inherited routing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Schema enumerates 15 chart keys including inhIncome; registry/panel prose still contains older 14/13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Export is read-only and does not replace the planner’s inherited schedules or iterative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ARCHITECTURE.md (file:27). Intended behavior, not code audit or legal validation. This presentation describes the latest specification; it does not validate application implementation or tax-law completeness.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Retirement Income Planner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Full rebuild: inheritance imports, inherited IRA schedules, annual-withdraw routing, and tax refinements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Input and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and asset controls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Inheritance / Inherited IRA cards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Annual-withdraw routing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Source provenance and user overrides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 financial projection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Tax/funding and bracket search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arrival and 10-year schedules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Tax, basis, asset and flow outputs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Display and reporting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Inheritance income panel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IRA/LTCG flow views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Dual dashboard layouts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Scenarios, notes, Excel, print,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state owns inputs; projection owns derived finance; app.js orchestrates Input → Compute → Display.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Latest additions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New inheritance lifecycle and clearer tax distinctions expand the planner’s model contracts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Inheritance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Project parent plan at passing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Choose percentage of imported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Create normal assets with provenance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Re-import preserves user-edited fields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IRA routing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 withdraw replaces conversion-only label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convToRoth true: transfer into Roth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false: taxable spendable cash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IRA routing forced to cash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Tax and display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65+ additional standard deduction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SS upper-tier cap refinement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IRMAA uses lookback return filing status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Thin solid reference lines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inherited-income chart 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Inheritance import — parent plan to recipient assets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inheritance.js orchestrates source extraction and synchronization; the normal projection models arrivals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1. Extract 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Temporarily evaluate parent state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computeProjection reads last row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Brokerage/property passing values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IRA/Roth end-of-year balances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Annuities excluded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2. Select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Source assets: pf / re / ira / roth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pct defaults to zero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Source identity = case-insensitive file name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startYear = current year + last.k + 1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3. Materialize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Positive percentage creates brokerage/property/inhIras item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Attach inh {file, key, base}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modeled balance before arrival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Step-up basis; IDGT carryover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Normal rows expose resulting finance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Inheritance sources are input provenance, not a separate derived-value store.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Re-import synchronization — preserve deliberate overrides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 inherited baseline allows automatic source updates without overwriting user changes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Source replacement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Re-import replaces snapshot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Preserve each allocation percentage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Run syncInheritance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File-name identity prevents duplicate source entries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Field-level merge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Field equals old inh.base → follows new base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Field differs → user override retained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baseline stored in inh.base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Changed controls marked light grey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Removal and timing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pct zero / asset missing → remove asset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Remove source → remove its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Inherited-at age maps to saved startYear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Untouched portfolio range follows arrival age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Edited range remains preserved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markInheritedChanges runs after rendering and on input/change; arrival timing remains calendar-year-based in Compute.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Inherited IRA schedule — fixed inheritance horizon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Separate inherited accounts from an owner’s optional post-passing stretch 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Arrival and deadline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Account arrives in start row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INH_IRA_YEARS = 10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Deadline does not extend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inherited IRA stretch control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Balance/live/withdraw outputs per account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Pre-tax schedule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rmdStarted triggers year-1 onward RMD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Single Life Expectancy initial factor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Fixed-term divisor decreases annually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Year 10 withdraws remainder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Missing rmdStarted defaults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Roth and holder switch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Roth: year-10 full withdrawal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Pre-tax without RMD-start: year-10 schedule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Spouse continuation retains deadline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Otherwise account ends on holder death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 withdrawal cash-only, not MAGI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The detailed schedule and holder rules are the planner’s specified model, not a complete inherited-account tax-law analysis.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Annual pre-tax withdrawal — transfer or spendable cash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convToRoth separates taxable withdrawal amount from its destination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Amount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conv fixed or bracket mode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 withdraw and Withdraw start labels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Age/event start settings reused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Ordinary/IRMAA constraints retained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Own IRA → Roth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convToRoth defaults true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 must be enabled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Taxable ordinary withdrawal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rothInByPerson / rothInTotal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Not spendable household cash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Own/inherited IRA → cash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 IRA false needs no Roth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IRA checkbox not offered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Hydration forces inherited flag false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 taxable annual withdrawal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convCashTotal enters cashIncome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Legacy rothConv* field names now carry annual withdrawals, not exclusively Roth conversions.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Projection contract — separate own and inherited 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Consumers need explicit accounting to avoid double-counting person-level aggregates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Withdrawal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rothConvByPerson: annual withdrawal aggregate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rothInByPerson: actually entering Roth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convCashTotal: spendable portion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convMainByPerson: own IRA portion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Inherited schedules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inhIraWdByPerson / inhIraWd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inhRothWdByPerson / inhRothWd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inhIraByPerson entries: balance, live, wd, kind, name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Pre-tax ordinary income and cash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 cash only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Consumer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 separates conversion from plain withdraw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 chart has six own/inherited kinds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 IRA export subtracts inherited RMD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Uses convMain for own annual withdraw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sheet tracks its own deadline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Charts and Excel read named row fields rather than inferring ownership from aggregate amounts.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Inheritance reporting and expanded flow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New inhIncomeChart.js and existing IRA/LTCG views consume projection-backed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Inheritance asset income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inhIncome panel/key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Reference outputs inhIncomeAssets / inhIncomeComps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Excel exports nonzero component and total columns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Reference columns are app values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formula consumes these references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IRA flow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 annual withdraw / own RMD / expense draw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IRA RMD-final withdraw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annual withdraw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Roth withdrawal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Per-person bands and Total out of IRAs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LTCG and assets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Portfolio gross gains plus property-sale gain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SCGL net-taxed reference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One asset band per inherited IRA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Imported portfolio/property use normal asset paths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Rows only for annual-flow 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Inherited-income panel is part of income/expense Same-scale actions; exact default cell is not inferred from older layout maps.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Tax refinement — age-based deductions and taxable 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Keep the additional standard deduction distinct from the temporary enhanced senior deduction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65+ standard addition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Basic standard + additional × eligible count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Specified 2026 constants: $1,650 joint / $2,050 single per eligible living person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age65Eligible / stdDeduction outputs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LTC and senior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Choose larger standard or LTC itemized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Itemized: LTC above 7.5% AGI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Enhanced senior deduction then added separately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2025–2028 phase-out rule retained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Does not reduce AGI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SS upper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First-tier part capped at 50% of benefits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Then 85% of provisional income above upper threshold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Overall capped at 85% of benefits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Calculated inside taxOn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Important with smaller benefit amounts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Source still contains an old “additional standard deduction not modeled” sentence; the new constants and compute rule take precedence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IRMAA and tax-free cash — corrected distinctions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Lookback filing status and income tax character are specific to the calculation being performed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Premium lookback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Use MAGI from k−2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Tier table uses that return’s filing status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Survivor can retain joint lookup until a single return enters lookback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First two years zero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Annual-withdraw 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Current-year MAGI predicts later premiums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Use current-year return filing status for bracket cap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Different from premium lookup’s historical return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Life-changing-event request not modeled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Tax-exempt vs tax-free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Portfolio tax-exempt interest enters provisional income and IRMAA MAGI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Annuity tax-free payout is cash-only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Not provisional income or MAGI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Roth payout also cash-only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Do not reuse annuityTE as tax-exempt interest; its tax-free cash treatment is a separate contract.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Annual solver and withdrawal policies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Inheritance flows join the same financial model rather than creating a parallel tax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Optimization sequence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Resolve annual IRA withdraw units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 IRA then inherited pre-tax units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Fixed/bracket policy and triggers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Portfolio bracket withdrawal after IRA solve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Cash routing changes funding need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Expense funding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Cash income then dividends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Built-in sales → IRA → Roth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 ordered pf / ira / roth / re list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follows funding asset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Unfunded residual remains explicit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Settlement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→ gains/taxable draws → tax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Tolerance 0.005, max 60 rounds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SCGL consumed once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Account post-processing after solve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Diagnostics published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The inherited IRA section retains contradictory conversion-unit wording; enforced convToRoth=false governs inherited routing here.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Property sales and estate basis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Imported assets use the normal financial rules after arrival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Property sale paths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Scheduled age/LTC year-end sale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Incremental sale tax netted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Shortfall sale start-year: tax remains expense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Unused proceeds target portfolio next year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repeat sale after asset dead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Basis and holder events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Normal basis step-up on import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IDGT carryover percentage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Full modeled joint-spouse step-up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Inflation deflates nominal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Same-holder swap conserves total basis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AUM and legacy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Fee base eligible non-IDGT living-income brokerage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IRA/Roth excluded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 legacy stretch distinct from inherited ten-year schedule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Heir-tax limitations explicit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Dashboard — dual arrangements and saved scales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Financial changes are independent of movable presentation panels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Layout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2×N fresh default / legacy 3×N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chartPos and chartPosAlt swap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Drag moves or swaps grid cells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Hide preserves title/cell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inhIncome chart state key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One-shot scales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Income/expense includes IRA, LTCG, inhIncome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action exactly total/ordinary/qualified tax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SS and SS tax outside groups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Asset action asset + IDGT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Rescale selected chart only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Render persistence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ui.chartYMax saved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Restore at renderAll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Capture after rendering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Dry pass initializes missing common maxima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Stable datasets update in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Schema enumerates 15 chart keys including inhIncome; registry/panel prose still contains older 14/13 counts.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Reference-line and Chart Element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Thin solid lines and semantic hover context replace older blanket dashed-reference conventions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Reference 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Crossing stack lines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First line above, last below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At most three per filing status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distant/buried bracket references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Line styling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THIN_W = 1.6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Solid colored line over white under-stroke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White pill label lifted above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Neighbor labels moved upward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SS selected age remains dashed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Context and geometry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External popup all charts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Info uses semantic descriptions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Owner, survivor/heir and value context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Equal plot widths / compact ticks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Face-value assets; no devalue sliders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Excel export — inherited assets remain separately auditable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Extend the hybrid workbook without confusing inherited cash flows and owner-account balances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Inherited IRA sheets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One sheet per inherited IRA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Year, holder age, withdraw, EOY balance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 MAX(0, prior−withdraw) × growth where equivalent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Otherwise app value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Inputs block per account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Projection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pre-tax withdrawal in ordinary and total income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Roth only total income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balance totals summed by Year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Inheritance income reference columns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 IRA sheet uses ownRmd / ownConv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Imported assets and formulas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Portfolio/property normal sheets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Inputs carry source file/start year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Inputs + Tax tables + downstream formulas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SST/marginal hypothetical chains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 iterative decisions remain values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Export is read-only and does not replace the planner’s inherited schedules or iterative optimization.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Scenarios, notes, saving, and external interfaces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Collection persistence and privacy boundaries remain intact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Scenarios and notes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Up to 26 plans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Active financial plan in state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Viewer ui retained on switch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Global Notes ui-owned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 Notes plan-owned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Reset keeps 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Saving and documents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All scenarios serialized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Remembered local destination via supported API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Target forgotten Reset/reload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Print temporary expansion/copies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Usage/Tips Markdown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 tables from constants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Chat and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Fresh curated snapshot every send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Explicit preview and names option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Provider keys outside plan file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chart/finance mutation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Inheritance context only through selected fields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Engineering map and unresolved source wording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Specific current contracts govern the rebuilt deck where summaries have not caught 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New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input/inheritance.js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display/inhIncomeChart.js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IRA helpers accept account paths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SLE_TABLE / sleFactor support schedule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Projection remains financial authority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Extension discipline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Defaults + migration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Source provenance / baseline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Compute arrival/flow/row contract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key, dual layouts, scale actions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Info descriptions and export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Regression checks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Source caveats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conversion-unit prose conflicts with enforced cash routing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counts/defaults partly stale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Annuity tax-free treatment updated despite old paragraph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65+ deduction old exclusion retained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source-code audit performed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This presentation describes the latest specification; it does not validate application implementation or tax-law completeness.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| Newest ARCHITECTURE.md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