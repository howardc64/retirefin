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app.js orchestrates; state owns inputs/UI, projection owns derived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Legacy files without gridCols keep the former fixed three-column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file:26 §6.1. Uses explicit new layout maps, not the stale 13-panel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Source caveat: the state-services summary lists only five default-hidden charts; the explicit schema/grid description includes IRA and LTCG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Fresh-plan common scale is established for income, expense and tax charts through documented initialization, not permanent linking.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Rendering dry pass computes display maxima; it is not an extra financial projection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New module: display/iraLtcgChart.js. The old assetConv registry key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The detailed flow-chart section still says no shared-scale group; the newer one-shot scale-action contract explicitly includes these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Charts read projection rows; neither IRA nor LTCG chart implements financial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(file:26). Intended architecture, not implementation audit. Specification-based rebuild; no independent application or exported-workbook verification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rebuild: dual dashboard layouts, saved scale locks, and dedicated IRA/LTCG flow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and core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General / Expenses / Tax &amp; Optimizations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cards and policies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Hydration and persistence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Two saved dashboard arrangements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fixed point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and portfolio optimization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Account/property/basis outputs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and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14 registered chart keys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Grid 2×N or 3×N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One-shot scale equalization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Scenarios, notes, Excel, print,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app.js orchestrates; state owns inputs/UI, projection owns derived finance.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changes — dashboard and analytical 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new revision replaces persistent scale links and the former Roth conversion companion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Grid and defaults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 two columns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Legacy files without gridCols load as three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Independent arrangement per size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Selective Hide defaults instead of all collapsed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Scale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scale is now a one-shot action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Rescale affects only chosen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Locked maxima saved in ui.chartYMax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lasting linked group after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New chart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iraLtcgChart.js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IRA: conversions + RMD + expense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LTCG: portfolio and property gains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Former assetConv chart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Two dashboard layouts — each remembers its positions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Grid toggle swaps the active and alternate layout maps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On-screen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ui.gridCols = 2 or 3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ui.chartPos[key] = {r,c}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Drag updates current arrangement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Empty cells remain blank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 size: 2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Alternate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ui.chartPosAlt stores other size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toggleGridCols swaps maps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size restores its previous arrangement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normalizeChartPos validates against column count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DOM and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chartCols is central size accessor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layoutChartGrid sets --cols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Blank targets and spare row support drops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Canvases never re-parented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Save/load restores layouts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Legacy files without gridCols keep the former fixed three-column interpretation.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Default layout maps — 2×N and 3×N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Logical cell maps, not chart images; positions are independently editable and saved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00200"/>
            <a:ext cx="5303520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737360"/>
            <a:ext cx="49743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2 columns — fresh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468880"/>
            <a:ext cx="4974336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Expenses | Income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IRA | LTCG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Total tax | Asset value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Taxable ordinary | Taxable qualified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MAGI | blank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Ordinary tax | QDIV/LTCG/NIIT tax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IDGT | blank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Cumulative SS | SS tax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03520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737360"/>
            <a:ext cx="49743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3 columns — legacy-compatible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468880"/>
            <a:ext cx="4974336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Expenses | blank | MAGI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Income | Taxable ordinary | Taxable qualified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blank | IRA | LTCG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Total tax | Ordinary tax | QDIV/LTCG/NIIT tax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Asset value | IDGT | blank</a:t>
            </a:r>
          </a:p>
          <a:p>
            <a:pPr>
              <a:spcAft>
                <a:spcPts val="800"/>
              </a:spcAft>
              <a:defRPr sz="1400" b="0">
                <a:solidFill>
                  <a:srgbClr val="102641"/>
                </a:solidFill>
                <a:latin typeface="Aptos"/>
              </a:defRPr>
            </a:pPr>
            <a:r>
              <a:t>Cumulative SS | SS tax | blank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58704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Specific Grid-size contract governs these maps; the document retains an older 13-panel default-layout paragraph.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649224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Source: §6.1 grid-size toggle | Noon revision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Visibility and input feature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Hide remains presentation-only and independent of model Enable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Chart defaults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Collapsed: expense, income, tax, asset, idgt, ira,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 seven chart keys shown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Hidden panel keeps title/cell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continues while hidden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Settings visibility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General starts open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Expenses and Tax &amp; Optimizations panels default hidden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Every feature card has Enable + Hide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 feature Hide defaults hidden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 never controls collapse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Restoration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ui.chartHidden saved/restored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Feature Hide survives re-render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Panel maps repaired during hydration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Legacy settings Hide migration documented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visibility flag enters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Source caveat: the state-services summary lists only five default-hidden charts; the explicit schema/grid description includes IRA and LTCG too.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Same scale — equalize once, then remain independent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new action does not keep charts linked after the button press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Apply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applySameScale selects group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Every drawn member takes largest current maximum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Income/expense group includes IRA, LTCG and cumulative SS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group includes SS tax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Independent follow-up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persistent scale-link union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Rescale clears only selected lock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 charts keep existing maxima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Asset/IDGT action includes only those two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Persist maxima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ui.chartYMax stores locks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null means fit on next 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captureChartYMax after render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restoreChartYMax at renderAll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Viewer scale context survives saving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Fresh-plan common scale is established for income, expense and tax charts through documented initialization, not permanent linking.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Chart render lifecycle and plot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Saved scales and deterministic datasets avoid unnecessary chart rebuilds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Restore and initialize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saved chart maxima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If income/expense/tax locks absent: dry pass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Calculate natural maxima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starting common scale once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Draw and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chart builders use final maxima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upsert updates data in place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Bracket datasets retained, all-null off-scale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Capture chart maxima into state.ui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Panel geometry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Equal fixed left-axis width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reserved right strip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1:1 panels with compact axes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popups on every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legends or chart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Rendering dry pass computes display maxima; it is not an extra financial projection solve.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IRA flow chart — replaces isolated Roth conversion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buildIraChart uses living-year projection rows; conversions are one of three pre-tax outflow kinds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Stack 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Bottom: Roth conversion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RMD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pre-tax IRA expense withdrawal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Per-person split in married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Second person same hue, lightened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Eligibility and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rothConvByPerson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iraByPerson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iraExpByPerson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Bands for enabled IRA or nonzero output, including inherited IRA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stretch pseudo-years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Popup and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nonzero person/kind band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Totals per kind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out of pre-tax IRAs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Panel absent with no IRA bands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locked maximum and external popup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New module: display/iraLtcgChart.js. The old assetConv registry key is removed.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LTCG flow chart — reconcile realized and taxed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buildLtcgChart shows the origin of gross gain and the SCGL shield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Realized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band per enabled brokerage portfolio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bands included and labeled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ltcg before SCGL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sale band: reSaleGain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Stack sums to ltcgGross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SCGL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Red dashed Net LTCG taxed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Uses row.ltcg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Added if loss pool used in any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stack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 a recomputed tax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Popup and timing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Nonzero source amounts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LTCG realized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used and net taxed when relevant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Rows only, no IRA stretch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Absent without portfolio/property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detailed flow-chart section still says no shared-scale group; the newer one-shot scale-action contract explicitly includes these charts.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 chart and richer Chart Element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Face-value asset bands and heir timing replace the former devalue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Asset X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Main asset view uses IDGT window length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If stretch exceeds window, scroll five years per click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Scroll is not saved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Face values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Opaque fills retain stable shading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Ownership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ciOwnerText uses dataset owner/bene/joint metadata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Joint names → survivor → heirs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ciValueLine supplies hovered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ciValues overrides plotted heights when needed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Event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ciAgeText: oldest living person/name or years since passing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Red stretch bar above asset plot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uses same extTooltip container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Details remains numeric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Financial model — optimization then expense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Dashboard changes preserve the underlying computation contracts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Optimization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fixed/bracket conversion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 or latched event start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bracket portfolio withdrawal after Roth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enter cashIncome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Expense pool and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Living/LTC/tax/IRMAA/AUM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Cash income then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Built-in sales → IRA →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ordered pf/ira/roth/re steps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unfunded alert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Annual tax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gains/draws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SS and deductions in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0.005, cap 60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Commit account/basis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Charts read projection rows; neither IRA nor LTCG chart implements financial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Property events, estate basis, and fee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Model asset types separately from chart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Property sale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Scheduled age/LTC year-end sale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Incremental tax netted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Shortfall sale start-of-year, tax in expense pool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proceeds target portfolio next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Basis transformations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Proportional brokerage cost recovery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Reinvestment adds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modeled joint-spouse non-IDGT step-up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swaps conserve basis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AUM and legacy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base eligible non-IDGT living-income portfolios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Stretch rows separate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taxes not modeled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Estate assumptions explicitly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Scenarios, Notes, and remembered save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Plan finance and viewer UI have different ownership during scenario switches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Up to 26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active, snapshots inactive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Create/rename/switch/delete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Keep viewer ui while switching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Differences ignore ui/notes/IDs/Hide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preserves only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Two note scopes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Notes: ui.globalNotes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Notes: 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Both saved/autosaved/reset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Tips and Usage are shipped Markdown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Layout and scale locks in viewer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Save destination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scenarios saved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Load/first Save As remembers file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Later overwrite with supported API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Reset/reload forget destination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Fallback filename/download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Export and reporting consumers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Spreadsheet formulas remain distinct from app-solved policy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values versus downstream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 chains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Qualified-tier allocation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roll-forwards when equivalent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Real-estate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Dedicated property sheet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Value/basis/unrealized 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 basis, exemption, gain, tax, amount forwarded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Main reVal/reGainU aggregate by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 sale settings listed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Print, docs,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Temporary print expansion and off-screen chart 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Usage/Tips shared Markdown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use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Chat curated/read-only with preview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saved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Engineering contracts and source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Use specific current interface contracts rather than stale panel counts or scale-link prose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Display source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chartHelpers: maxima/actions/popups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chartPanels: layouts/Hide/grid toggle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chartInfo: descriptions and owner context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iraLtcgChart: annual flow charts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 owns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Extend consistently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Canonical defaults/migration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fields before chart datasets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 registry key and layouts for both grids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Define default Hide and scale-action membership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Add ciDescribe and export mappings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Remaining inconsistencies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 enumerates 14 keys; prose still says 13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IRA/LTCG hidden-default list differs by section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no-scale-group and group-Rescale language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Current explicit contracts used here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source-code audit performed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Specification-based rebuild; no independent application or exported-workbook verification run.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11, 2026 — noon revision | Newest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