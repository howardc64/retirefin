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app.js orchestrates computation and presentation; state owns inputs, projection owns derived financial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First enable with no steps seeds eligible living-expense portfolios, then pre-tax IRAs, then Roth 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Latest policy excludes IDGT expense funding; older generic payExp wording remains elsewhere in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Shortfall sale record: {shortfall, value, basis, gain, exempt, tax, applied, net}.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hydrateState drops the scenarios payload from the main plan; scnLoadFromFile manages the scenario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Scenario input differences intentionally ignore notes so commentary does not masquerade as financial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Custom order changes financial outcomes; chart layout and popup preferences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ARCHITECTURE.md, file:22. Intended architecture, not implementation audit. Specification-based rebuild; no application-code audit or financial/legal validation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rebuild: customizable withdrawals, up to 26 scenarios, and scenario-owned Notes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and asset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shortfall withdrawal policy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Financial state and 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Independent Enable / Hide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fixed point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Conversion optimizer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sales, account draws, basis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&amp;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and Chart Element Info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Multi-scenario comparison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Excel, print, Usage, Tips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Notes popup and plan-aware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app.js orchestrates computation and presentation; state owns inputs, projection owns derived financial values.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changes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Three major additions extend planning policy and plan persistence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Withdrawal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ordered list of individual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Overrides only shortfall funding after income and dividends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 include whole-property sales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Scenario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A–Z: up to 26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Create, rename, switch, delete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Multi-column input differences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All scenarios saved in plan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Personal Notes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userNotes.js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Text bound to state.notes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Belongs to active scenario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static Notes page renamed 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Custom withdrawal policy — input-to-model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state.withdrawOrder = {enabled, steps:[{id, asset}]}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Configure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Assumptions card below AUM fee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dropdown per step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Move up/down, remove, add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to built-in order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 hidden, policy off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and dividends always first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Policy replaces built-in sale/IRA/Roth stages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Try one asset at a time, top to bottom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Missing/duplicate assets skipped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Unlisted assets never drawn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Source-dependent taxation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split includes expFromRe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gap remains explicit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sale detail records shortfall event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owns eligibility and tax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First enable with no steps seeds eligible living-expense portfolios, then pre-tax IRAs, then Roth IRAs.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Funding waterfall — built-in versus custom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first two stages never change; the optional policy controls what covers the remaining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Shared first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1. Household cash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2. Eligible portfolio dividends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Remaining expenses become shortfall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dividends reinvest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Policy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3. Brokerage sales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4. Pre-tax IRA expense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5. Roth IRA expense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Pro-rata built-in allocation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Residual → expUnfunded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Policy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Ordered asset-specific steps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pf: portfolio 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ira: person 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roth: person 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re: property 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gets a turn before 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Latest policy excludes IDGT expense funding; older generic payExp wording remains elsewhere in the source.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Asset-specific tax and eligibility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 source’s tax character travels with it through the chosen withdrawal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Portfolio sale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Enabled, in-range Living expense &amp; income portfolio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cannot fund expenses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Available balance after dividends / tax-exempt payout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share realizes LTCG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Retirement draws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IRA: after RMD and conversion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ordinary income; grossed up in tax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IRA: tax-free 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Open household accounts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 stretch accounts excluded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Property 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Sell whole property at start-of-year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passing-time step-up first if relevant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above basis and exemption → 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Proceeds pay gap; excess transfers next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Property sales — scheduled versus shortfall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new custom-order sale differs materially from the existing scheduled-sale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Scheduled sale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Age/LTC: year-end sale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Net portfolio inflow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Passing: start of last row, step-up, no 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Incremental sale tax netted from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Waterfall funds remaining tax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Shortfall sale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Custom re: step triggers full sale at start of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taxable through normal tax chain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 tax is household expense, not netted from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expFromRe records amount applied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Interaction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Same-year scheduled sale takes priority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Once sold, later scheduled event skipped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proceeds go to designated portfolio at 100% basis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If no target can receive them, excess leaves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Shortfall sale record: {shortfall, value, basis, gain, exempt, tax, applied, net}.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Withdrawal-order card and state coherence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policy is financial state, not merely a rearranged display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UI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withdrawAssets lists account/property choices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Used assets disabled in other dropdowns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▲ / ▼ reorders steps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Add picks first unused asset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step explains taxation or skip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Refresh behavior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Card refreshes after recompute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Refresh skipped while focus is inside card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Refresh after rebuilding income forms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Names stay current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Spouse assets only in married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Model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 stores ordered references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interprets policy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fallback to omitted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Invalid references skipped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tax and conversion solves still apply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Scenarios — from A/B to a full plan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Up to 26 scenarios behind one Scenario button and a floating, non-dimming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Active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On-screen plan always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scnActive identifies current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scnSnaps stores other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scnOrder controls display order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scnNames holds optional names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Scenario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Chip per scenario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copies active plan and shows 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Rename active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Delete active after confirmation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Cannot delete the only scenario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Comparison behavior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Multi-column input difference list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Ignore UI, Notes, IDs, Hide flags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chart scales across switches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multi-plan overlay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Animation remains visible behind 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 switching and persistence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One engine computes whichever scenario is 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Switch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Snapshot current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selected into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Preserve viewer state.ui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renderAll rebuilds forms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Update charts in place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Retain Y maxima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Browser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scnSave from autosave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{active, order, names, snaps}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retirementPlannerScenarios_v2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Storage removed with only one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Boot migration from old A/B save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File persistence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Single scenario → plain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Multiple → active plan plus scenarios payload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writes every scenario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replaces whole scenario 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File without set loads single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hydrateState drops the scenarios payload from the main plan; scnLoadFromFile manages the scenario collection.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Notes, Tips, and documentation — distinct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User-authored plan Notes are separate from shipped documentation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Notes — userNotes.js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Popup text box bound to state.notes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 empty string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Saved, autosaved, restored, reset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Scenario-specific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Done / Esc / outside click closes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Tips — notesPage.js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Shipped misc/Note4User.md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Static user-facing tips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Former Notes reference renamed Tips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Markdown page rendering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 the personal Notes editor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Usage and Formulas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Usage.md explains operation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Formulas reference uses shared constants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Tips lives beside user Notes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Element Info supplies hover explanations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Scenario input differences intentionally ignore notes so commentary does not masquerade as financial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Core contracts and nested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Custom withdrawal choices still run through the established annual financial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State and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Canonical defaults in state.js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Hydrate legacy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rows and stretch separate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Funding, tax, account and sale fields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Notes input does not affect finance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Annual fixed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→ shortfall funding → gains / taxable draws →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0.005, max 60 rounds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 deductions and taxable SS inside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 at settlement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Roth conversion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amount or bracket-aware maximum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and IRMAA limits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 or latched event start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conversion trial runs full annual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Commit accounts after final solve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Custom order changes financial outcomes; chart layout and popup preferences do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Charts, assets, and element explanations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Derived values and descriptive content remain separate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Income / tax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Four-chart income grid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Income, MAGI, ordinary taxable, qualified taxable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primary plus two companions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Effective rate plotted; marginal in popup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Asset and expense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 components and source split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alert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/ Roth conversion companion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Cost basis, step-up, swaps, sale outputs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Display-only legacy haircut sliders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Shared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registry and upsert lifecycle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Locked scales and Rescale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Popup Details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Info semantic descriptions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external popup 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Asset and fee policies remain explicit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Asset value, expense liquidity, AUM assessment, and estate basis are different attributes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Brokerage / IDGT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Average-cost basis tracking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Living portfolio eligibility for expenses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carryover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basis swaps conserve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surplus reinvestment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Real estate / annuity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dollar basis and exemption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Scheduled or custom-order sell events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yield/AUM/age range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payout simulation and tax split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 benefit informational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AUM and legacy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Fee base only eligible non-IDGT living-expense/income brokerage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excluded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Legacy stretch separate from annual rows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 taxation not modeled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Export, printing, and privacy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exported model and external chat preserve defined limits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Excel workbook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Tax tables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values vs spreadsheet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SST/marginal hypotheticals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Qualified-tier allocations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roll-forwards where equivalent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Iterative decisions remain app outputs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Print and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Temporarily open hidden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Off-screen chart copies for reliable print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without saved-state changes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Markdown renderer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tables from constants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Read-only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curated snapshot per send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Browser-to-provider streaming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Preview and name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plan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chart/financial mutation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Engineering map and documentation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Newest additions extend orchestration and financial policy, not the core layer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Source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core: state, constants, helpers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compute: projection, tax, age/RMD/SS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input: assumptions and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display: scenarios.js, userNotes.js, chartInfo.js, reporting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app.js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Extension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default + migration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rule + row contract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Chart/export/info documentation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Regression checks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Update architecture consistently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Source inconsistencies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schema still calls property never sold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generic funding prose allows IDGT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Latest custom-order contract excludes 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equation omits expFromRe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Deck follows specific newest contracts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Specification-based rebuild; no application-code audit or financial/legal validation performed.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 | Newest ARCHITECTURE.md |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