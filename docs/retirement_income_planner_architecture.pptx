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household expense funding, long-term care, AUM fees, stretch IRAs, regression tests, and plan-aware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Plan assumptions, cards, controls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mutable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Annual projection + tax/LTCG solver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Derived financial source of truth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services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export, formulas, notes,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Consumes projection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Core invariant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Inputs do not calculate finance; Compute does not touch the DOM; charts, export, and chat consume the same computed projection.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evolves from per-portfolio expense settings into a household cash-flow model with a converged tax-and-sale calculation.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Household expenses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Living expenses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Long Term Care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tax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surcharge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AUM fee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shared expense pool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Funding order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1. Household cash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2. Dividends from opted-in portfolios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3. Sales from opted-in portfolios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4. Unfunded shortfall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fixed point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→ expenses → sales → LTCG → tax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Iterates to convergence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SCGL consumed once after convergence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experiences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LTC inputs and deductions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AUM and IRA stretch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Ask about this plan chat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Household expense funding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portfolio now participates in paying expenses only when its Pay expenses setting is checked.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14884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Expense pool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Living + LTC + tax + IRMAA + AUM fee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234440"/>
            <a:ext cx="214884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1. Cash 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Wages + SS + pension + rental + RMD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Roth conversions excluded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23444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40680" y="1234440"/>
            <a:ext cx="214884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2. Dividends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Only in-range non-IDGT portfolios with Pay expenses checked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Shared pro rata to ODIV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23444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9560" y="1234440"/>
            <a:ext cx="214884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3. Asset sales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Checked portfolios only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Shared pro rata to balance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Creates LTCG via gain fraction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23444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78440" y="1234440"/>
            <a:ext cx="12801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4. Gap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expUnfunded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78440" y="123444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97480" y="1901952"/>
            <a:ext cx="219456" cy="0"/>
          </a:xfrm>
          <a:prstGeom prst="line">
            <a:avLst/>
          </a:prstGeom>
          <a:ln w="2159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66360" y="1901952"/>
            <a:ext cx="219456" cy="0"/>
          </a:xfrm>
          <a:prstGeom prst="line">
            <a:avLst/>
          </a:prstGeom>
          <a:ln w="2159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35240" y="1901952"/>
            <a:ext cx="219456" cy="0"/>
          </a:xfrm>
          <a:prstGeom prst="line">
            <a:avLst/>
          </a:prstGeom>
          <a:ln w="2159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04120" y="1901952"/>
            <a:ext cx="219456" cy="0"/>
          </a:xfrm>
          <a:prstGeom prst="line">
            <a:avLst/>
          </a:prstGeom>
          <a:ln w="2159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" y="3429000"/>
            <a:ext cx="480060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Portfolio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Unchecked portfolio: dividends reinvest, no sale for expenses.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Checked portfolio: receives a pro-rata share of dividend and sale funding.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follows the same opt-in rule.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42900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3429000"/>
            <a:ext cx="480060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state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Household: living, ltc, aumFee, ui.hiddenSections.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Portfolio: payExp and aum.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IRA/Roth: aum and stretch; IRA adds conversion start age.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42900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Tax ↔ LTCG fixed-point solver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Sales create LTCG, LTCG changes tax, and tax is itself part of the expense pool—so the model solves the loop rather than using a lagged approximation.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057400" cy="12344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Start guess T₀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Prior-year total tax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Zero in year 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12344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63240" y="1188720"/>
            <a:ext cx="2057400" cy="12344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Run waterfall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Fund expenses using candidate tax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Calculate dividends used and sales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63240" y="1188720"/>
            <a:ext cx="82296" cy="12344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188720"/>
            <a:ext cx="2057400" cy="12344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Derive LTCG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Sales × each portfolio gain fraction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Apply SCGL hypothetically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188720"/>
            <a:ext cx="82296" cy="12344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9560" y="1188720"/>
            <a:ext cx="2057400" cy="12344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Recalculate tax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 includes LTCG, deductions, NIIT, FTC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188720"/>
            <a:ext cx="82296" cy="12344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332720" y="1188720"/>
            <a:ext cx="1234440" cy="12344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Converge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Tolerance 0.005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≤30 rounds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0" y="1188720"/>
            <a:ext cx="82296" cy="12344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743200" y="1810512"/>
            <a:ext cx="228600" cy="0"/>
          </a:xfrm>
          <a:prstGeom prst="line">
            <a:avLst/>
          </a:prstGeom>
          <a:ln w="2159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66360" y="1810512"/>
            <a:ext cx="228600" cy="0"/>
          </a:xfrm>
          <a:prstGeom prst="line">
            <a:avLst/>
          </a:prstGeom>
          <a:ln w="2159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89520" y="1810512"/>
            <a:ext cx="228600" cy="0"/>
          </a:xfrm>
          <a:prstGeom prst="line">
            <a:avLst/>
          </a:prstGeom>
          <a:ln w="2159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12680" y="1810512"/>
            <a:ext cx="228600" cy="0"/>
          </a:xfrm>
          <a:prstGeom prst="line">
            <a:avLst/>
          </a:prstGeom>
          <a:ln w="2159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60120" y="3429000"/>
            <a:ext cx="4800600" cy="14630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Convergence contract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Tₙ₊₁ = taxOn(runWaterfall(Tₙ).ltcgGross).totalTax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Stop when the change is below TAX_TOL. The tax-to-new-tax map is a contraction, typically settling in 6–8 rounds.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429000"/>
            <a:ext cx="82296" cy="146304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3429000"/>
            <a:ext cx="4800600" cy="14630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Post-solve finalization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Draw down SCGL once. Compute SST and marginal rate from converged LTCG. Report taxIters and taxConverged on each row.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429000"/>
            <a:ext cx="82296" cy="14630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Long Term Care changes expenses and deductions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LTC is modeled as a household expense and as the planner’s only modeled itemized deduction.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LTC activation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person has a start age and annual cost.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Starts only if the age precedes that person’s passing age.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Once started, status remains; cost stops on death.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person in a single household.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Living-expense switch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Before LTC: state.living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After 1st LTC: ltc.living1 or living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After 2nd LTC: ltc.living2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All figures are today’s dollars and flat in real terms.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Deduction logic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Itemized = max(0, LTC cost − 7.5% × AGI)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the larger of itemized and standard deduction.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Because AGI includes LTCG, deduction selection lives inside the fixed-point tax calculation.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IRMAA and AUM become household-level expenses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Both charges join the shared pool, but their bases and timing are modeled distinctly.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91840" cy="438912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IRMAA surcharge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expense; no per-portfolio checkbox.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Uses AGI from two years earlier and this year’s filing status.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Zero for the first two projection years.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Paid through the normal household funding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38912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3128" y="1234440"/>
            <a:ext cx="3291840" cy="438912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AUM fee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aumFee: percent of AUM or fixed annual $.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AUM balance includes checked brokerage, IRA, and Roth balances when eligible.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IDGT can be included when checked.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3128" y="1234440"/>
            <a:ext cx="82296" cy="43891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66175" y="1234440"/>
            <a:ext cx="3291840" cy="438912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Allocation principle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AUM fee share per account is informational.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full fee is one household expense, paid only through Pay expenses portfolios.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 charged account does not automatically fund its own fee.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66175" y="1234440"/>
            <a:ext cx="82296" cy="438912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New charts and richer visibility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display layer adds a household-expense view, shared chart lifecycle management, and persisted section hiding.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Expense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Stacked bands: living, LTC, income tax, IRMAA, AUM fee.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Height equals total expenses.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Tooltip explains component shares and funding: income → dividends → sales → unfunded.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Details show AGI, AUM, IRMAA, and iteration count.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4300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Chart registry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registry for ss, income, tss, tax, expense, asset, IDGT.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upsertLineChart creates or updates each chart.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Hidden sections resize on re-open; live slider drag suppresses animation.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4300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Saved section hiding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Assumptions and every chart section have Hide controls.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state.ui.hiddenSections is the only source of truth.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Fresh/reset plan: all sections collapsed. Saved plans restore exactly as saved.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IRA enhancements: conversion timing and heir stretch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model adds account-specific AUM participation, controlled Roth-conversion timing, and post-passing IRA continuation.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Conversion start 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 conversion begins at max(current age, convStart).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Before then conversion is zero; RMD behavior is unchanged.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Paired slider + number input uses dynamic person-age bounds.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AUM participation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 and Roth may opt into the household AUM balance.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They count while owned or inherited by a living spouse.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Heir-held stretch balances do not count toward AUM.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IRA stretch 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Checked accounts keep compounding for 10 years after the second passing.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heir RMDs, withdrawals, conversions, or heir tax modeling.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Extra pseudo-rows extend only the main Asset chart and corresponding IRA/Roth export sheets.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Ask about this plan: browser-side, snapshot-grounded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 chat feature sends a freshly built, read-only plan snapshot directly from the browser to a selected provider API.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Snapshot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Assumptions, enabled sources, and annual projection CSV.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Includes LTC, expenses, taxes, balances, and IRA-stretch tail.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Built anew for every question from state and lastProjection.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4300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Provider integration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Anthropic Claude or Google Gemini.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Streaming fetch requests; no application backend.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Provider-specific request and SSE parsing.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In-memory history: last 20 messages.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43000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Privacy boundaries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Names omitted unless Send names is selected; birth date is never sent.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Keys stored per provider in session storage or optional local storage—not plan state.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Preview exactly what is sent; provider/free-tier privacy is disclosed.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Expanded engineering structure and regression safety 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codebase remains a plain-script browser app, now paired with CSS separation and a Node regression harness.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286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Presentation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css/styles.css owns all styling.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index.html is markup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js/display adds expenseChart.js and chat.js.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143000"/>
            <a:ext cx="2286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Core model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migration handles legacy living withdrawals, LTC shapes, hide flags, and conversion start age.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owns waterfall, taxes, LTCG, AUM, LTC, and stretch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97880" y="1143000"/>
            <a:ext cx="2286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Regression tests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tests/check.js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snapshot.js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compare.js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baseline.json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Node harness is not loaded by the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0" y="1143000"/>
            <a:ext cx="26974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Consumers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Charts: shared row contract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Excel: summary + account sheets + stretch 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Chat: deliberately curated snapshot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 page: constants-backed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evolving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expanded design depends on explicit contracts: shared state, converged computation, row-driven consumers, and safe privacy boundaries.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&amp; migration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canonical defaults in state.js.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Migrate older save shapes at hydrate time.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saved UI flags as saved; do not derive them from DOM 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&amp; projection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financial behavior in projection.js.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Resolve circular dependencies explicitly rather than using accidental order.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new outputs to the row contract before presenting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Consumers &amp; privacy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Charts, export, formulas, and chat must read—not recreate—financial logic.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chat data explicit, previewable, and absent from plan persistence.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Protect export and chat from mutating state.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Household-expense, LTC, and plan-chat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