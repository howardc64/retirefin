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state owns input and UI configuration; projection owns financial outputs; app.js orchestrates render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Old section Hide handling and Asset Value devalue sliders are removed from controls.js.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file:25 §6.1a. Dashboard schematic, not financial chart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Chart.js retains its original canvas; moving only changes grid-row/grid-column.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Every chart starts with its own locked maximum; enabled links raise group members to the largest group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Rescale clears locks for the whole linked group. Link ON refits joined charts; link OFF leaves existing scales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Display configuration remains viewer-owned UI across scenario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All legends, chart notes, and Asset Value devalue-slider controls are removed in this dashboard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Feature Enable controls finance; input-panel Hide and chart-panel Hide control visibility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Rendering dryPass concerns chart scale calculation only—not a second financial tax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latest ARCHITECTURE.md (file:25). Intended architecture, not implementation audit. Plain global scripts and dependency-driven loading remain; css/styles.css owns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Retirement Income Planner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Full rebuild with a movable chart-panel dashboard and explicit shared-scale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Input &amp; core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General / Expenses / Tax &amp; Optimizations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Financial policy and source cards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Canonical defaults and hydration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Saved chart positions and Hide flags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Annual financial projection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Tax/funding fixed point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Roth then portfolio optimization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Property sales and estate basis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Display &amp;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13 independent chart panels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Drag layout, Hide, Rescale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Union-based Same-scale 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Scenarios, notes, export, print,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state owns input and UI configuration; projection owns financial outputs; app.js orchestrates render passes.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Latest change — charts become independent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New display/chartPanels.js replaces grouped chart sections with a persistent three-column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Panel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One panel per chart key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Own title-bar drag handle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Own Hide and Rescale controls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13 chart registry keys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chart legends or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Saved UI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ui.chartHidden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ui.chartPos[key] = {r,c}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ui.scaleLinks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 panels collapsed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Invalid positions repaired on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Shared rendering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All charts external HTML popup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Compact age and dollar axes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Equal plot widths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Natural Y max per chart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Dry pass before linked-scale drawing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Old section Hide handling and Asset Value devalue sliders are removed from controls.js.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Default dashboard — 3 columns, 13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Saved row/column positions; empty cells remain blank rather than compacting the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1907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Annual expenses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27632"/>
            <a:ext cx="3529584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1907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84"/>
                </a:solidFill>
                <a:latin typeface="Aptos"/>
              </a:defRPr>
            </a:pPr>
            <a:r>
              <a:t>(blank)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162763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71907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MAGI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0487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Annual income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40487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9631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Taxable ordinary income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40487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49631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Taxable qualified income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8211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7355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Total tax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18211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27355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Ordinary income tax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318211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27355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QDIV / LTCG / NIIT tax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5935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05079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Asset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95935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05079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IDGT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95935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405079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Roth conversion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73659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82803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Cumulative household 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736592"/>
            <a:ext cx="3529584" cy="61264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82803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02641"/>
                </a:solidFill>
                <a:latin typeface="Aptos"/>
              </a:defRPr>
            </a:pPr>
            <a:r>
              <a:t>Social Security tax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4736592"/>
            <a:ext cx="3529584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82803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17184"/>
                </a:solidFill>
                <a:latin typeface="Aptos"/>
              </a:defRPr>
            </a:pPr>
            <a:r>
              <a:t>(spare space)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5870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Each panel is 1:1 when expanded. Layout includes a spare row below the lowest visible chart for new placements.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4922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Source: §6.1a chartPanels.js | October 11, 2026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Drag, Hide, and availability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Panel movement changes CSS grid placement—not canvas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Drag and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Starts only from title bar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Empty-cell drop moves panel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Occupied-cell drop swaps panels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Old cell remains blank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Saved via saveDebounced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canvas re-parenting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Per-panel Hide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Writes ui.chartHidden[key]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Collapsed panel retains its cell and title bar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Charts keep computing/updating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Un-hide resizes charts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Fresh/reset plan: all collapsed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No-data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setChartAvailable hides empty chart panel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Saved position retained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Cell remains blank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Examples: no IDGT, no conversion, older person’s SS off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Not the same as user Hide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Chart.js retains its original canvas; moving only changes grid-row/grid-column.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Shared scales — explicit link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Four Same-scale buttons determine connected groups through union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Income / expense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incomeExpense: expense, income, MAGI, taxable ordinary, taxable qualified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incomeExpenseTax: those five plus the three tax charts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Both default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Tax and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tax: total, ordinary, qualified/NIIT tax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 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asset: asset value plus IDGT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 OFF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Connected enabled links merge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Always independent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Cumulative household SS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Social Security tax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Roth conversion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These belong to no scale-link group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Each retains its own natural maximum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Every chart starts with its own locked maximum; enabled links raise group members to the largest group maximum.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Two-pass chart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Resolve every final scale before drawing so updates remain smooth and consistent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1. Dry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If any locked maximum missing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window.dryPass set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 builders calculate natural maxima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upsertLineChart returns without drawing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2. Synchronize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scaleGroups unions active 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syncSharedScales raises group members to shared maximum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Charts outside groups stay independent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3. Real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Draw each chart once at final scale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Update data arrays in place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Keep bracket datasets present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Off-scale lines use all-null arrays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Stable dataset counts avoid rebuilds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Rescale clears locks for the whole linked group. Link ON refits joined charts; link OFF leaves existing scales unchanged.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Layout persistence and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core/state.js owns chart schema; chartPanels.js owns panel DOM and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State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CHART_KEYS and CHART_COLS = 3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CHART_DEFAULT_POS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DEFAULT_CHART_HIDDEN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DEFAULT_SCALE_LINKS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normalizeChartPos repairs invalid, missing, duplicate cells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Panel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CHART_PANELS defines title/tools/body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buildChartPanels creates once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layoutChartGrid positions and fills blanks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syncChartPanels reapplies UI state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syncScaleButtons sets aria-pressed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Full render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expandAllChartPanels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recompute and render charts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syncChartPanels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Build charts in visible containers, then collapse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Restore saved positions, Hide, and scale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Display configuration remains viewer-owned UI across scenario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Compact charts and popup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A consistent rendering surface replaces legends, notes, and varying chart widths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Axes and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Fixed left Y-axis width via afterFit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Same right-side reserved strip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Identical X plot widths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≤7 age labels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≤5 dollar labels in $k / $M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External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All 13 charts use externalTooltip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Title/body/footer details in floating HTML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Avoid canvas clipping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Shared padding and theme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Popup Details controls added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Element Info and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chartInfo describes hovered dataset label/kind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Uses same popup container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Numeric external output suppressed in info mode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Only chart-area explanatory text retained: red unfunded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All legends, chart notes, and Asset Value devalue-slider controls are removed in this dashboard revision.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Input panels and financial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General, Expenses, and Tax &amp; Optimizations remain separate from chart dashboard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Filing status and people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Inflation and passing ages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Panel Hide in assumpHide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Features do not acquire chart 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Living expenses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Long Term Care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Custom shortfall withdrawal order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AUM fee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Optional per-asset funding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Tax &amp; Optimizations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State-tax panel control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SCGL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Asset / basis swap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Household bracket portfolio withdrawal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Speculative future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Feature Enable controls finance; input-panel Hide and chart-panel Hide control visibility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Financial optimization and funding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Chart layout changes leave the underlying annual financial model unchanged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Roth fixed/bracket conversion first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Start by age or latched baseline trigger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Household portfolio bracket withdrawals next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Proceeds enter cashIncome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Publish conversions and brokerageWd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Expense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Cash income then dividends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Built-in residual sales → IRA → Roth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Or custom pf/ira/roth/re list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IDGT excluded by latest shortfall contract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Residual expUnfunded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8599" y="3474720"/>
            <a:ext cx="274320" cy="182880"/>
          </a:xfrm>
          <a:prstGeom prst="rightArrow">
            <a:avLst/>
          </a:prstGeom>
          <a:solidFill>
            <a:srgbClr val="61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Tax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 → funding → gains/draws → tax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Tolerance 0.005, max 60 rounds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Taxable SS and deductions solved inside taxOn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Consume SCGL once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Commit balances after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Rendering dryPass concerns chart scale calculation only—not a second financial tax solve.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Asset basis and property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Estate events and sale accounting remain projection-owned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Basis and step-up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Proportional basis on brokerage sales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Reinvestment adds basis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Joint spouse death triggers full modeled non-IDGT step-up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Real estate follows same rule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IDGT carries basis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Scheduled property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Age/LTC at year-end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Incremental tax netted from proceeds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Net portfolio deposit next year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Passing sale documented stepped-up path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Transfer deposit at 100% basis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Shortfall sale and swap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Whole property at start-year value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Tax funded as household expense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Unused proceeds transferred next year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Same-holder IDGT swaps preserve total basis and balances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Rows expose event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Scenario set, notes, and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The same viewer dashboard can be used across up to 26 financial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Scenario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state active; scnSnaps inactive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Create, rename, switch, confirm-delete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Keep viewer ui when switching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Animate charts on retained scales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Reset keeps only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Note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Global Notes: ui.globalNotes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Scenario Notes: state.notes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Both save/load/autosave/reset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Tips and Usage are shipped Markdown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UI excluded from financial-difference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Save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Save serializes every scenario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Local Load/first Save As remembers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Later Save overwrites with available API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Reset/reload forget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Fallback name prompt/download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Export, print, and external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Reporting and network interfaces preserve explicit state and computation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Excel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Inputs and Tax tables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App values versus formulas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SST/marginal hypothetical chains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Qualified-tier allocation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Account roll-forwards where equivalent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Not a replacement for iterative optimizer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Print and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Temporary panel/card expansion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Off-screen chart copies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Restore live UI without state writes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Usage/Tips Markdown renderer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Formulas from shared constants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Read-only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Fresh curated snapshot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Direct browser streaming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Preview and optional names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Provider keys outside plan file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finance/chart mutation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02641"/>
                </a:solidFill>
                <a:latin typeface="Aptos"/>
              </a:defRPr>
            </a:pPr>
            <a:r>
              <a:t>Updated display dependencies and extension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17184"/>
                </a:solidFill>
                <a:latin typeface="Aptos"/>
              </a:defRPr>
            </a:pPr>
            <a:r>
              <a:t>New chartPanels.js consolidates dashboard ownership in Display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267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67AB3"/>
                </a:solidFill>
                <a:latin typeface="Aptos"/>
              </a:defRPr>
            </a:pPr>
            <a:r>
              <a:t>Display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chartHelpers: registry, axes, scale unions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chartPanels: layout, Hide, availability, buttons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chartInfo: descriptions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overlayPlugin: line labels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Chart builders consume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168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8F8D"/>
                </a:solidFill>
                <a:latin typeface="Aptos"/>
              </a:defRPr>
            </a:pPr>
            <a:r>
              <a:t>Adding a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Add key/default position/state schema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Add panel definition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Add financial fields in Compute first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Wire builder and registry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Select scale-group participation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Map Info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639" y="1600200"/>
            <a:ext cx="34442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775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3231" y="1737360"/>
            <a:ext cx="3115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753AD"/>
                </a:solidFill>
                <a:latin typeface="Aptos"/>
              </a:defRPr>
            </a:pPr>
            <a:r>
              <a:t>Consistency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3231" y="2468880"/>
            <a:ext cx="31150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Do not retain old grouped-chart or devalue-slider descriptions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Source has historical finance-summary conflicts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Specific current contracts govern here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Regression harness remains separate</a:t>
            </a:r>
          </a:p>
          <a:p>
            <a:pPr>
              <a:spcAft>
                <a:spcPts val="800"/>
              </a:spcAft>
              <a:defRPr sz="1600" b="0">
                <a:solidFill>
                  <a:srgbClr val="102641"/>
                </a:solidFill>
                <a:latin typeface="Aptos"/>
              </a:defRPr>
            </a:pPr>
            <a:r>
              <a:t>No implementation audit performed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870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17184"/>
                </a:solidFill>
                <a:latin typeface="Aptos"/>
              </a:defRPr>
            </a:pPr>
            <a:r>
              <a:t>Plain global scripts and dependency-driven loading remain; css/styles.css owns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4922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17184"/>
                </a:solidFill>
                <a:latin typeface="Aptos"/>
              </a:defRPr>
            </a:pPr>
            <a:r>
              <a:t>Retirement Income Planner | October 11, 2026 | Latest ARCHITECTURE.md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