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ARCHITECTURE.md, newest upload (file:19). Describes intended architecture, not a code audit. app.js connects recompute to rendering. Compute is DOM-free; financial chart values come from projection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ARCHITECTURE.md, newest upload (file:19). Describes intended architecture, not a code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ARCHITECTURE.md, newest upload (file:19). Describes intended architecture, not a code audit. The scenario manager is orchestration, not a second financial engine.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ARCHITECTURE.md, newest upload (file:19). Describes intended architecture, not a code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ARCHITECTURE.md, newest upload (file:19). Describes intended architecture, not a code audit. abSave / abRestore persist {active, other, names} separately under retirementPlannerAB_v1.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file:19 §6.4. Layout schematic, not a generated projection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ARCHITECTURE.md, newest upload (file:19). Describes intended architecture, not a code audit. Bracket lines above the shared Y maximum are omitted. The primary legend includes qualified-tier reference entries.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ARCHITECTURE.md, newest upload (file:19). Describes intended architecture, not a code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ARCHITECTURE.md, newest upload (file:19). Describes intended architecture, not a code audit. Real estate is passive and never sold for household funding. Roth conversion is a transfer, not spendable cash.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ARCHITECTURE.md, newest upload (file:19). Describes intended architecture, not a code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ARCHITECTURE.md, newest upload (file:19). Describes intended architecture, not a code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ARCHITECTURE.md, newest upload (file:19). Describes intended architecture, not a code audit. The workbook does not replace the application’s iterative funding or bracket-conversion optimizer.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ARCHITECTURE.md, newest upload (file:19). Describes intended architecture, not a code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ARCHITECTURE.md, newest upload (file:19). Describes intended architecture, not a code audit. This deck rebuild did not run application tests or recalculate the exported workbook.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ARCHITECTURE.md, newest upload (file:19). Describes intended architecture, not a code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ARCHITECTURE.md, newest upload (file:19). Describes intended architecture, not a code audit. Presentation follows newest ARCHITECTURE.md intended behavior; it is not a source-code audit.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Retirement Income Planner —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60120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Full system rebuild with A/B scenarios, a four-chart income grid, and enhanced Excel formulas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Household assumptions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Income and asset cards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Shared controls write state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Layout preferences remain separate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computeProjection()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Annual financial model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Tax/funding convergence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Roth conversion search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Display &amp; services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Chart.js views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A/B scenario switching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Formula workbook export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Print, docs, and chat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3387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app.js connects recompute to rendering. Compute is DOM-free; financial chart values come from projection rows.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8, 2026 | ARCHITECTURE.md (newest upload) |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Latest changes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60120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This revision adds scenario comparison and expands the income-analysis and workbook interfaces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A/B scenarios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New display/scenarios.js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Active plan always lives in state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Other plan is a snapshot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Switch plans, retain viewer layout and chart scales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Income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Four equal charts in a 2 × 2 grid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New taxable qualified-income chart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External tooltip now also used by primary income view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Tax &amp; workbook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Marginal rate remains in popup, not a plotted line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Ordinary tax chart loses bracket overlays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Excel SST and marginal rate become formulas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3387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8, 2026 | ARCHITECTURE.md (newest upload) |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Core contracts and runtime ownership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60120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Inputs and financial outputs have distinct sources of truth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State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core/state.js owns defaults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setPath() mutation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hydrateState() migrations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JSON save/restore and autosave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Enable differs from Hide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Projection contract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rows: living-year outputs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stretch: legacy continuation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people, idxP0, married metadata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Today’s dollars throughout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Account, income, tax, funding fields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Consumers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Charts present derived fields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Excel exports a hybrid formula model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Chat reads a curated snapshot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Scenario manager changes active state, not computation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3387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The scenario manager is orchestration, not a second financial engine.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8, 2026 | ARCHITECTURE.md (newest upload) |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A/B scenarios — two plans, one active state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60120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Comparison uses animated flipping, not simultaneous overlaid scenario lines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Active scenario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state is the on-screen A or B plan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abActive identifies the letter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Duplicate active plan as other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Load saved file into other scenario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Off-screen 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abOther stores the alternate snapshot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A/B chips perform switching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Remove alternate plan when finished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off-screen series drawn on charts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Comparison 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Collapsible differing-input list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abDifferences ignores ui, ids, Hide flags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Same-scale visual comparison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Financial differences remain explicit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3387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8, 2026 | ARCHITECTURE.md (newest upload) |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Scenario switching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60120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abSwitch swaps financial plans while preserving the viewer’s UI preferences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1. Snapshot &amp; swap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Store current plan as alternate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Load alternate snapshot into state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Keep viewer state.ui for layout and asset haircut sliders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2. Full input render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renderAll() rebuilds every form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Projection recalculated normally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Charts retained, not globally destroyed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upsert updates in place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3. Animate &amp; persist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 values animate between plans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Changed dataset count can rebuild that chart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Y maxima are not reset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Autosave after switch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3387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abSave / abRestore persist {active, other, names} separately under retirementPlannerAB_v1.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8, 2026 | ARCHITECTURE.md (newest upload) |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Income section — new four-chart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3268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Equal 1:1 charts; shared age labels, locked income Y scale, and one Rescale control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508760"/>
            <a:ext cx="4937760" cy="1938528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655063"/>
            <a:ext cx="460857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Household income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2368296"/>
            <a:ext cx="4608576" cy="996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Full income-source stack and funding context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08760"/>
            <a:ext cx="4937760" cy="1938528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655063"/>
            <a:ext cx="460857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MAGI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82512" y="2368296"/>
            <a:ext cx="4608576" cy="996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AGI + tax-exempt income; IRMAA reference lines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675887"/>
            <a:ext cx="4937760" cy="1938528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3822191"/>
            <a:ext cx="460857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Taxable ordinary income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4535423"/>
            <a:ext cx="4608576" cy="996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ordTI only; deductions absorbed in ordinary bands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675887"/>
            <a:ext cx="4937760" cy="1938528"/>
          </a:xfrm>
          <a:prstGeom prst="roundRect">
            <a:avLst/>
          </a:prstGeom>
          <a:solidFill>
            <a:srgbClr val="F2F6FA"/>
          </a:solidFill>
          <a:ln>
            <a:solidFill>
              <a:srgbClr val="CB85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3822191"/>
            <a:ext cx="460857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CB852D"/>
                </a:solidFill>
                <a:latin typeface="Aptos"/>
              </a:defRPr>
            </a:pPr>
            <a:r>
              <a:t>Taxable qualified income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4535423"/>
            <a:ext cx="4608576" cy="996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QDIV + net LTCG; separate qualified-rate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92531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Responsive layout collapses to one column under 700px. Companion ticks increase because charts are now equal size.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Source: ARCHITECTURE.md §6.4 | October 8, 2026 |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Qualified income — distinct from ordinary income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60120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New #incomeQualChart separates qualified dividends and net long-term capital gains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Stack and brackets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QDIV = row.qdiv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Net LTCG = row.ltcg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Ordinary income not drawn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Qualified bracket limits vary by yearly filing status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Labels show 15% / 20% rate above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Tax relationship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Ordinary taxable income fills qualified tiers first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calcQualTax(ordTI, qualIncome, ...) remains authoritative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 qualified-only stack must not be interpreted as stand-alone tax computation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Popup detail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Owners and ages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Colored QDIV and LTCG lines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Gross LTCG / SCGL used when applicable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Qualified income and qualified tax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External HTML tooltip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3387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Bracket lines above the shared Y maximum are omitted. The primary legend includes qualified-tier reference entries.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8, 2026 | ARCHITECTURE.md (newest upload) |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Tax presentation — simplify without losing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60120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The tax section remains an overview plus ordinary- and qualified-tax companions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Primary tax chart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Ordinary + QDIV/LTCG tiers + NIIT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Foreign credit nets out before NIIT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Effective rate plotted in red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Marginal rate shown only in popup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Optional IRMAA-as-tax 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Ordinary-tax companion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Ordinary income tax only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bracket lines in this revision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Shares primary age labels and locked tax Y scale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External owner/age and local-value popup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Qualified-tax companion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QDIV tier tax + LTCG tier tax + NIIT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Same stack colors as primary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redundant legend or note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One Rescale key for tax section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3387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8, 2026 | ARCHITECTURE.md (newest upload) |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Household cash-flow and solver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60120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Comparison scenarios run the same funding and tax rules as any normal plan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Expense pool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Living + LTC + income tax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IRMAA + AUM fee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Cash income → eligible dividends → portfolio sales → pre-tax IRA → Roth → unfunded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Financial feedback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Sales create LTCG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Pre-tax expense draws create ordinary income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 feeds expense demand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Taxable SS and deductions solved within taxOn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Tolerance 0.005; cap 60 iterations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Commit outputs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SCGL consumed once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Apply settled conversion and draws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Roll balances and basis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Report funding split, shortfall, taxIters and taxConverged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3387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Real estate is passive and never sold for household funding. Roth conversion is a transfer, not spendable cash.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8, 2026 | ARCHITECTURE.md (newest upload) |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Roth conversion policies and nested 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60120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Start activation and conversion amount are separate decisions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Start policy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RMD start, now, custom age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Or bracket, itemized, LTC event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Trigger evaluated against solveTax(0)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First event latches activation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Amount policy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Fixed annual today’s-$ amount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Or maximum under ordinary and IRMAA limits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Both limits apply; tighter headroom wins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RMD reserves reduce conversion room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Search and account updates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Each trial runs full tax/funding solve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False position / Illinois with safeguards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IRA/Roth advance one year at a time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convTrials and trigger diagnostics exposed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3387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8, 2026 | ARCHITECTURE.md (newest upload)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Assets, basis, and fee eligibility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60120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Asset categories retain different liquidity, tax-character, and estate behavior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Brokerage &amp; IDGT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basisPct initializes cost basis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Reinvested dividends / surplus add basis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Eligible sales realize LTCG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Same-holder basis swaps conserve total basis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IDGT keeps carryover basis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Real estate &amp; annuity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Real estate: dollar basis, no yield, AUM, age range, or expense sales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Annual/stretch property rows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Annuity simulator produces payout tax split, balance, embedded tax, passing benefit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AUM and legacy views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AUM only for eligible non-IDGT living-expense/income portfolios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IRA/Roth never assessed AUM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Stretch rows separate from living-year rows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Asset devalue controls are display-only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3387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8, 2026 | ARCHITECTURE.md (newest upload)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Excel export — hybrid live-formula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60120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Inputs, Tax tables, Projection by year, then enabled account sheets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Inputs and reference tables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Named input cells for inflation, passing ages, SCGL and future NIIT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Named tax tables from application constants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xlsxBuildWorkbook sets fullCalcOnLoad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App-supplied values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Iterative-solver outputs retained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Income sources, dividends, gross LTCG, SCGL used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FTC and expense-funding splits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LTC/AUM amounts and senior eligibility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Formula-derived results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Totals, taxable SS, AGI/MAGI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Deductions and tax components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SST and marginal rate now formulas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IRMAA two-year look-back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Eligible balance roll-forwards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3387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The workbook does not replace the application’s iterative funding or bracket-conversion optimizer.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8, 2026 | ARCHITECTURE.md (newest upload)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Excel — new hypotheticals and qualified-tier columns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60120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Spreadsheet formulas now make Social Security tax and marginal-rate effects inspectable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SST hypothetical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No-taxable-SS tax chain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sstTI / sstTax / sst columns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Shared tssFml, senFml, ordTaxFml and qualTaxFml builders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Derived from the same formula family as main tax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Marginal hypothetical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MargBump = 100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mProv / mTSS / mTI / mTax / marg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Captures next-dollar ordinary-income effects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longer a copied app-value marginal-rate column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Qualified tier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qLine0 / qLine15: limits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qRoom0 / qRoom15: limit minus ordTI, floored at zero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qAt0 / qAt15 / qAt20: income in each tier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Amounts sum to qualified income and price to qualified tax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3387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8, 2026 | ARCHITECTURE.md (newest upload) |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Workbook formatting and validation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60120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Formatting exposes units; implementation verification claims are attributed to the specification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Numeric formatting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Dollars: two decimals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Ages and percentages: one decimal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Years / counts: integers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Inflation: two decimals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Underlying ages exported unrounded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Column sizing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xlsxAutoWidths / xlsxFmtLen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Width follows widest formatted value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Text-only columns follow longest text, capped at 70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Titles/headers do not determine width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Long headers may clip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Verification and limits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Spec reports LibreOffice formula comparisons over three plans, ~7,000 cells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Account formulas only where they reproduce app balances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Annuity sheets remain values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rows / missing XLSX → alert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3387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This deck rebuild did not run application tests or recalculate the exported workbook.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8, 2026 | ARCHITECTURE.md (newest upload) |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Reporting, UI, and privacy lifecycles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60120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Keep plan state, browser preferences, temporary print mode, and external requests distinct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State and viewer settings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Saved Enable / Hide flags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Hydrated card order and asset haircuts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Scenario switch preserves viewer ui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Tooltip light/dark preference stored separately in localStorage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Print and documentation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Print temporarily opens hidden cards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Off-screen chart copies avoid live-canvas races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Usage and Notes share Markdown renderer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Formulas page reads shared reference constants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Plan-aware chat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Fresh state/projection snapshot per send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Read-only browser streaming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Explicit data preview and name controls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Keys outside saved plan state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History is not added to plan 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3387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8, 2026 | ARCHITECTURE.md (newest upload) |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Project map and extension discipline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60120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The application stays a plain-script browser app with a separate regression harness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Source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core: state, constants, helpers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compute: projection and finance services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input: controls and source cards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display: charts, reports, scenarios.js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app.js orchestrates lifecycle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Engineering boundaries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CSS separated from markup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Script dependency order matters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 registry owns lifecycle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Node tests are not browser scripts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Scenario manager reuses 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572768"/>
            <a:ext cx="3444239" cy="406908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19072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Change checklist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32304"/>
            <a:ext cx="3115055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State defaults and migration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Input controls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Compute and row schema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 / Excel / documentation consumers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Update architecture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3387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Presentation follows newest ARCHITECTURE.md intended behavior; it is not a source-code audit.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8, 2026 | ARCHITECTURE.md (newest upload) |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