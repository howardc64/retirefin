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state owns inputs; projection owns financial results; app.js coordinates Compute and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A new dataset label or kind requires a matching ciDescribe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Reuses the popup container; does not duplicate tax, income, balance, or conversion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Compute stays DOM-free. Descriptions belong in Display; financial calculations remain in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Eligible heir-stretch accounts are not household expense-funding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Rows expose reSaleGain/reSaleTax and property sale {valEnd, basEnd, gain, tax, net}.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Element Info describes chart semantics for whichever plan is 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file:21. Layout schematic, not a financial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Dependency diagram groups display components; it does not reproduce the full script manifest.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(file:21). Describes intended behavior, not a source-code audit. Latest rebuild retains property sales, A/B scenarios, four-chart income analysis, and the full core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architecture rebuild with the new Chart Element Info mode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assumptions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and asset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controls write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Independent Enable and Hide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and funding convergence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conversion optimization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sales and basis rules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&amp;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element descriptions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 comparison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reference pages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Read-only plan-aware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state owns inputs; projection owns financial results; app.js coordinates Compute and rendering.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addition — Chart Element Info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 second global display flag provides explanation of chart elements instead of ordinary external value popups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User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Element Info checkbox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Placed left of Show Details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flag chartInfo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Toggling requires no chart rebuild; re-hover to see effect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Description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display/chartInfo.js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Find hovered element from pointer height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Lookup keyed by dataset label, vzKind, or ordLabel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ciDescribe maps elements to explanation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Popup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Uses the existing extTooltip div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externalTooltip draws nothing while info mode is 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Description replaces normal external value content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change to financial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 new dataset label or kind requires a matching ciDescribe entry.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Element-description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Information mode is a presentation branch, not a new financial computation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1. Pointer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User hovers a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chartInfo flag selects explanation mode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Element determined from pointer height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2. Semantic 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 dataset label / vzKind / ordLabel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ciDescribe supplies text description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Keep descriptions aligned with dataset meaning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3. Shared popup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 description in extTooltip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externalTooltip suppresses its output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Return to ordinary value mode when unchecked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Reuses the popup container; does not duplicate tax, income, balance, or conversion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Data contracts and runtime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Separate mutable plan inputs from settled annual financial outputs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core/state.js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Defaults and canonical shapes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setPath mutations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hydrateState migrations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JSON and autosave persistence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UI preferences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projection.js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Returns rows, stretch, people, idxP0, married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Today’s-dollar computations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Income, taxes, funding, balances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Per-account and property detail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Consumers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format projection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describes element semantics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Export and chat read results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manager selects active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Compute stays DOM-free. Descriptions belong in Display; financial calculations remain in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Household expense-funding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Living + LTC + income tax + IRMAA + AUM fees follow explicit source priorities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Cash and portfolios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cash income first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Pay-expenses dividends next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eligible portfolio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realize gain from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dividends reinvest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Retirement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 draws then Roth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 rata across open accounts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pre-tax draws feed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expense draws excluded from AGI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gap → expUnfunded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Surplus and sale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Surplus cash optionally reinvested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Conversion is not spendable cash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sale separately scheduled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 tax paid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portfolio arrival follows timing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Eligible heir-stretch accounts are not household expense-funding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Nested tax and conversion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Each trial conversion uses the same annual funding and tax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Start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RMD / now / custom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Bracket / itemized / LTC event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Evaluate event against solveTax(0)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trigger latches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Conversion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amount or bracket-aware maximum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Ordinary-income and IRMAA limits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Tighter active cap wins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False-position / Illinois search with safeguards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Annual settlement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funding → sales/draws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0.005; max 60 rounds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conversion and draw updates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Report solver diagnostics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Real-estate sale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specific property-card contract adds scheduled sales despite stale passive wording in the schema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Sale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Never / LTC / passing /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sellAge and target sellTo portfolio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nominal exemption per owner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dollar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Growth and spouse ownership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Tax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passing step-up as relevant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joins ltcgGross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shielding via taxOn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reSaleTax = tax with gain minus tax without 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Waterfall expTax excludes sale-paid tax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Timing and proceeds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Age/LTC sale at year-end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arrives next year via reSaleIn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 sale at start of last row, stepped up, no 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adds balance and 100%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becomes dead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Rows expose reSaleGain/reSaleTax and property sale {valEnd, basEnd, gain, tax, net}.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Assets, AUM eligibility, and estate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Different asset categories preserve distinct liquidity and tax-character behavior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Brokerage / IDGT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basisPct initializes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remove proportional cost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Reinvestment adds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Non-IDGT continuation step-up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swaps conserve total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Other asset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estate: dollar basis and optional sale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yield, AUM, or age range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simulator: payout tax split and balance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 benefit informational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advance annually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Fees and legacy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base: eligible non-IDGT living-expense/income portfolios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IRA/Roth/IDGT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Separate stretch pseudo-years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Devalue sliders are display-only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A/B scenarios — active state and alternate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Comparison flips plans with animated charts, rather than displaying both plans as overlaid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Create and inspect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Duplicate active plan or load alternate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is on-screen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abOther stores alternate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abActive identifies A or B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Differences ignore UI, IDs, Hide flags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Switch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Snapshot current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alternate financial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Preserve viewer state.ui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renderAll rebuilds inputs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update in place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Persist and 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 maxima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Changed dataset count may rebuild affected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Autosave follows flip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Separate A/B localStorage record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computation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Element Info describes chart semantics for whichever plan is active.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Income analysis — four equal chart 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2 × 2 grid, shared age labels and locked income scale; one Rescale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00200"/>
            <a:ext cx="4892040" cy="1901952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37360"/>
            <a:ext cx="45628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Household 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78024"/>
            <a:ext cx="4562855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source stack and funding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4892040" cy="1901952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737360"/>
            <a:ext cx="45628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MAGI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2478024"/>
            <a:ext cx="4562855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AGI + tax-exempt income; IRMAA references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4892040" cy="1901952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794760"/>
            <a:ext cx="45628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Taxable ordinary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535424"/>
            <a:ext cx="4562855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ordTI only; deduction absorbed in ordinary bands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4892040" cy="1901952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3794760"/>
            <a:ext cx="45628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Taxable qualified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4535424"/>
            <a:ext cx="4562855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QDIV + net LTCG; separate qualified 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primary income chart uses the external tooltip too. Info mode supplies element explanations through the shared popup.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Source: ARCHITECTURE.md §6.4 | 9:20 PM revision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Tax and expense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Views remain driven by settled rows while descriptive content is handled separately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Tax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+ QDIV/LTCG tax +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Foreign credit nets out before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Effective rate plotted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Marginal rate in popup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IRMAA-as-tax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Companion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tax: no bracket overlay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 tax: QDIV/LTCG/NIIT tiers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tax scale and Rescale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income excludes qualified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Description entries match dataset meaning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Expense and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 stack and funding split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alert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balance and conversion companion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and sale detail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Info mode does not alter those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Shared chart services and new dependency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chartInfo.js joins the existing Display helpers before overlays and chart builders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Lifecycle helpers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 owns live chart instances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upsertLineChart creates or updates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Locked Y scales / Rescale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In-place animation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Resize hidden sections on reveal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Popup helpers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justifyTip and shared value formatting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externalTooltip for HTML value popup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chartInfo owns explanation mode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extTooltip container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 background preference separate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Load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chartHelpers → chartInfo → overlayPlugin → chart builders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app.js orchestrates runtime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labels/kinds require ciDescribe mappings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Descriptions do not become projection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Dependency diagram groups display components; it does not reproduce the full script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Excel model, print, and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Analytical exports and explanatory pages stay separate from live input mutation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columns: formula vs app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hypotheticals as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Qualified-tier room and allocation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roll-forwards where equivalent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iterative decisions retained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Temporarily open hidden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non-animated chart 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Static canvas pixels for printing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live UI afterward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writes to plan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Usage/Notes share Markdown viewer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read shared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adds in-context element explanations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explanatory labels maintained in ciDescribe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Persistence and privacy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financial plan state, browser preferences, and external chat data distinct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Saved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enabled/hidden settings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Card order and asset devalue preferences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Hydration before computation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differs from exact saved-state restore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Browser-local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 alternate snapshot stored separately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 appearance in localStorage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is a global display flag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specified persistence policy inferred for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Read-only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snapshot each send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Direct browser streaming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what is sent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Names opt-in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Provider keys outside plan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 or financial mutation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Extension workflow and consistency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926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Update financial contracts and descriptive mappings together when adding a new visual element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Financial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defaults and migrations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Input/shared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rule and row field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Charts/export consumers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Formula/architecture updates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Chart element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projection-backed data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Stable dataset label or kind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 matching ciDescribe explanation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Check Info/value mode ownership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Reuse registry, scale, popup conventions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Specification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78024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schema still says never sold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Specific property sale contract takes precedence here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Deck describes intended architecture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source-code or workbook-test execution performed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52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Latest rebuild retains property sales, A/B scenarios, four-chart income analysis, and the full core architecture.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— 9:20 PM revision |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