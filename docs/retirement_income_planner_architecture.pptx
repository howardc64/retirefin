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portfolio-paid IRMAA, richer expense waterfall, and Excel projection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Cards, controls, load menu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Writes plan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Annual projection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Tax, IRMAA, basis, balances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export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pages, XLSX workbook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Reads projection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5029200"/>
            <a:ext cx="859536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App orchestration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app.js connects computeProjection() to rendering; export reads the current cached projection without changing state.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Three additions extend brokerage expense modeling and make the full projection portable.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38328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1. IRMAA toggle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Each brokerage portfolio adds irmaa: boolean.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It is an optional expense only when Expenses is on.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The household surcharge is allocated across eligible checked portfolios.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2. Expense waterfall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Portfolio expenses now include withdrawal, fee, tax drag, and IRMAA.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Each portfolio pays only with its own dividends and share sales.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Prior-year AGI and prior-year tax prevent circular calculations.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234440"/>
            <a:ext cx="338328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3. Excel export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New Export to Excel action uses SheetJS.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Projection-by-year and brokerage-detail sheets.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Read-only operation from lastProjection.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IRMAA expense: household calculation and portfolio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IRMAA is calculated once for the household, then charged only to opted-in eligible portfolios.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24028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Prior-year 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prior-year 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Year 0 surcharge = $0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63240" y="1143000"/>
            <a:ext cx="224028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IRMAA tier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Apply current filing-status tier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Tables are indexed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1143000"/>
            <a:ext cx="224028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Enrolled people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Tier surcharge × living people age 65+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14300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143000"/>
            <a:ext cx="288036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Household surcharge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Reported every year as irmaaSurcharge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788920" y="1810512"/>
            <a:ext cx="201168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349240" y="1810512"/>
            <a:ext cx="201167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909560" y="1810512"/>
            <a:ext cx="201168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" y="3246120"/>
            <a:ext cx="4663440" cy="150876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Eligible allocation pool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Enabled + funded + Expenses-on + IRMAA-checked portfolios.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portfolios may participate.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Allocation is pro rata by start-of-year balance.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46120"/>
            <a:ext cx="82296" cy="150876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3246120"/>
            <a:ext cx="4663440" cy="150876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Why the one-year lag?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Current AGI can depend on LTCG; LTCG can depend on expenses; expenses can include IRMAA.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Prior-year AGI avoids circularity and mirrors IRMAA look-back behavior.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246120"/>
            <a:ext cx="82296" cy="150876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Portfolio expense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Expenses are paid by each portfolio’s own cash flows—never by wages, Social Security, pensions, rental income, or IRA withdrawals.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2148840" cy="1115568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Portfolio expenses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Fee → tax drag → IRMAA → withdrawal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Each capped by portfolio capacity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82296" cy="1115568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63240" y="1170432"/>
            <a:ext cx="2148840" cy="1115568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Own dividends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ODIV = balance × yield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First source of payment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70432"/>
            <a:ext cx="82296" cy="1115568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1170432"/>
            <a:ext cx="2148840" cy="1115568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Shortfall sale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Only if expenses exceed dividends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LTCG = shortfall × gain fraction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170432"/>
            <a:ext cx="82296" cy="1115568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170432"/>
            <a:ext cx="3474720" cy="1115568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Roll forward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balance = growth-adjusted balance − actual expenses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Basis follows sales, reinvestment, inflation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70432"/>
            <a:ext cx="82296" cy="1115568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697480" y="1728216"/>
            <a:ext cx="292608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57800" y="1728216"/>
            <a:ext cx="292608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18120" y="1728216"/>
            <a:ext cx="292608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0120" y="3154680"/>
            <a:ext cx="4937760" cy="14173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Tax-drag estimation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This year’s tax drag uses prior-year Total Tax for the LTCG estimate.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actual roll-forward uses current-year Total Tax, so taxed LTCG and removed basis can differ slightly.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3154680"/>
            <a:ext cx="82296" cy="141732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3154680"/>
            <a:ext cx="4800600" cy="14173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Reconciliation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drag + fee drag + IRMAA drag + living cost = dividends used + shares sold.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This equality is carried in each portfolio row.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54680"/>
            <a:ext cx="82296" cy="141732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Projection contract: new IRMAA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annual projection continues to be the single source of truth for charts, tooltips, and exports.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42900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State and input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BrokeragePortfolio.irmaa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Checkbox appears inside the Expenses panel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IRMAA is inactive unless Expenses is enabled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Age range moved directly below brokerage name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Start balance label clarified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2900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Portfolio row fields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irmaaDrag added beside taxDrag, feeDrag, livingCost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divUsed, divReinvested, sold retain waterfall detail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basis, unrealizedGain, steppedUp preserve gain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234440"/>
            <a:ext cx="342900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Household row fields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irmaaSurcharge reported each year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Prior-year AGI tier × enrolled people 65+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Only checked eligible portfolios receive an allocation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23444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Display updates: expense transparency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Asset views expose the new expense component while retaining the separation between data preparation and presentation.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80160"/>
            <a:ext cx="3337560" cy="42976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Asset charts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Balances for taxable brokerage, IRA, Roth, and separate IDGT portfolios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Tooltips show net growth when Expenses is enabled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Unrealized-gain end-of-plan note remains available for tracked portfolios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82296" cy="42976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5696" y="1280160"/>
            <a:ext cx="3337560" cy="42976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show_details tooltip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Expenses paid by other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Dividends used for expenses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Dividends reinvested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Sold to cover shortfall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Cost basis and unrealized gain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surcharge / IRMAA drag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Death-year basis step-up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5696" y="1280160"/>
            <a:ext cx="82296" cy="42976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57031" y="1280160"/>
            <a:ext cx="3337560" cy="42976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Other chart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chart retains IRMAA-tier reference lines.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chart remains driven by tax components and rates.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display file calculates an IRMAA, basis, or LTCG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031" y="1280160"/>
            <a:ext cx="82296" cy="42976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Excel export: projection data becomes a workbook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export path is deliberately read-only and uses the already-computed projection.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7280"/>
            <a:ext cx="233172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Trigger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Topbar: Export to Excel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Calls exportToExcel()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Uses SheetJS XLSX library loaded from pinned CDN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9728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097280"/>
            <a:ext cx="233172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lastProjection from the app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state writes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Checks for rows and library availability before download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09728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17336" y="1097280"/>
            <a:ext cx="233172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Sheet 1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 by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row per projected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Income, tax, SST, NIIT, IRMAA, AGI, rates, and balances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7336" y="109728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33104" y="1097280"/>
            <a:ext cx="233172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Sheet 2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Brokerage portfolios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row per person × portfolio ×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Cost basis and expense-waterfall detail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33104" y="109728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063240" y="3319272"/>
            <a:ext cx="256032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79008" y="3319272"/>
            <a:ext cx="256032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494776" y="3319272"/>
            <a:ext cx="256031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06440"/>
            <a:ext cx="107899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0F2647"/>
                </a:solidFill>
                <a:latin typeface="Aptos"/>
              </a:defRPr>
            </a:pPr>
            <a:r>
              <a:t>If the projection is empty or XLSX did not load, the app alerts instead of downloading an empty or broken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Updated project structure and load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excelExport.js joins the display utilities; the app otherwise retains its plain-script, no-build architecture.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24712"/>
            <a:ext cx="2331720" cy="45262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Core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constants.js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helpers.js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Reference data, utilities, defaults,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24712"/>
            <a:ext cx="82296" cy="45262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18688" y="1124712"/>
            <a:ext cx="23317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SS, RMD, tax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dates, age range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what-if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12471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34456" y="1124712"/>
            <a:ext cx="23317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controls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 &amp; assumptions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cards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Load menu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934456" y="112471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50224" y="1124712"/>
            <a:ext cx="29260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&amp; export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 / overlays / footer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 and Notes pages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excelExport.js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SheetJS CDN dependency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50224" y="112471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880360" y="3383280"/>
            <a:ext cx="201168" cy="0"/>
          </a:xfrm>
          <a:prstGeom prst="line">
            <a:avLst/>
          </a:prstGeom>
          <a:ln w="22860">
            <a:solidFill>
              <a:srgbClr val="0F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96128" y="3383280"/>
            <a:ext cx="201168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311896" y="3383280"/>
            <a:ext cx="201168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5943600"/>
            <a:ext cx="108813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0F2647"/>
                </a:solidFill>
                <a:latin typeface="Aptos"/>
              </a:defRPr>
            </a:pPr>
            <a:r>
              <a:t>Dependency rule: load a script only after every global it needs is available.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Implementation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features preserve the original separation of responsibilities and data contracts.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38328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Model correctly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is a household amount, but an optional portfolio-funded expense.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prior-year AGI for surcharge tier and prior-year tax for LTCG estimation.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Never fund one portfolio’s expenses with another portfolio or household income.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Expose via rows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 owns IRMAA allocation, expense waterfall, basis, and gains.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fields to the projection contract before using them in charts or export.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 remains presentation-only.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234440"/>
            <a:ext cx="338328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Export safely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Export reads lastProjection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Avoid an empty workbook if no rows exist.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user inputs and active chart state unchanged by export.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IRMAA and Excel-export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