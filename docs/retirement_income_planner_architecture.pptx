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event-driven Roth-conversion starts and refined Long Term Care living-expense defaults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Conversion start adds bracket, itemized-deduction, and LTC triggers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Existing start modes remain intact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No-conversion baseline evaluated before solve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First trigger event latches conversion start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Annual tax/LTCG and conversion solver stay unified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reporting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Trigger diagnostics published on rows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Conversion companion chart remains a row consumer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LTC switch values follow household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Core capability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Conversion start can now be tied to an annual financial condition, evaluated from a no-conversion baseline and permanently activated once its trigger fires.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planner adds event-driven conversion starts and clarifies default living-expense behavior after Long Term Care begins.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60604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New start triggers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Ordinary taxable-income bracket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Itemized-deduction threshold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First LTC start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Each starts conversion permanently once met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1568" y="1234440"/>
            <a:ext cx="260604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Baseline evaluation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Trigger conditions use solveTax(0)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conversion is assumed for the trigger test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Separates “whether to start” from “how much to convert”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0216" y="1234440"/>
            <a:ext cx="260604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Reporting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noConvOrdTI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noConvItemized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convTriggerStartedByPerson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Rows expose why and when conversion activated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98864" y="1234440"/>
            <a:ext cx="260604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LTC defaults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Single: unset living1 becomes 7,500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Married: unset living1 follows household living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living2 default is 15,000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98864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Roth conversion start modes expand from dates to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A conversion policy can now begin at an age or when a financial/health condition first occurs.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70432"/>
            <a:ext cx="214884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Age-based modes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RMD start — default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Custom 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Effective start cannot precede current 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71800" y="1170432"/>
            <a:ext cx="214884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Bracket trigger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Start when no-conversion ordinary taxable income is at or below the selected bracket start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Uses convStartBracket stop selector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1170432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40680" y="1170432"/>
            <a:ext cx="214884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Itemized trigger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Start when no-conversion itemized deduction exceeds configured today’s-dollar threshold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Uses convStartItemized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0680" y="1170432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09560" y="1170432"/>
            <a:ext cx="214884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LTC trigger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Start when at least one LTC episode has begun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Uses ltcStarted ≥ 1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Independent of LTC cost amount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1170432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378440" y="1170432"/>
            <a:ext cx="1234440" cy="45262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Latch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Once true, conversion continues in later eligible years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78440" y="1170432"/>
            <a:ext cx="82296" cy="45262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697480" y="3401568"/>
            <a:ext cx="201168" cy="0"/>
          </a:xfrm>
          <a:prstGeom prst="line">
            <a:avLst/>
          </a:prstGeom>
          <a:ln w="2032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66360" y="3401568"/>
            <a:ext cx="201168" cy="0"/>
          </a:xfrm>
          <a:prstGeom prst="line">
            <a:avLst/>
          </a:prstGeom>
          <a:ln w="2032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35240" y="3401568"/>
            <a:ext cx="201168" cy="0"/>
          </a:xfrm>
          <a:prstGeom prst="line">
            <a:avLst/>
          </a:prstGeom>
          <a:ln w="2032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104120" y="3401568"/>
            <a:ext cx="201168" cy="0"/>
          </a:xfrm>
          <a:prstGeom prst="line">
            <a:avLst/>
          </a:prstGeom>
          <a:ln w="2032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Trigger evaluation occurs before conversion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model first asks whether conversion should begin, then—only if active—runs fixed or bracket-aware conversion logic.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194560" cy="13258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Annual state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Ages, survival, income sources, LTC status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IRA pre(k) supplies RMD and 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63240" y="1234440"/>
            <a:ext cx="2194560" cy="13258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No-conversion baseline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solveTax(0)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Calculates noConvOrdTI and noConvItemized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234440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23560" y="1234440"/>
            <a:ext cx="2194560" cy="13258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Trigger decision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Evaluate selected start rule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If first true, set iraSim.started = 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1234440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83879" y="1234440"/>
            <a:ext cx="2194560" cy="13258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Conversion amount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Fixed amount or bracket-aware maximum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Uses full tax/LTCG solve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234440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744200" y="1234440"/>
            <a:ext cx="86868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Post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Advance accounts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744200" y="123444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743200" y="1901952"/>
            <a:ext cx="22860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03520" y="1901952"/>
            <a:ext cx="22860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1901952"/>
            <a:ext cx="228600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24160" y="1901952"/>
            <a:ext cx="228600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0120" y="3749039"/>
            <a:ext cx="4892040" cy="114300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Separation of concerns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trigger baseline intentionally assumes conversion = 0. It determines start eligibility without circularly using a conversion amount that has not yet been selected.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3749039"/>
            <a:ext cx="82296" cy="114300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55080" y="3749039"/>
            <a:ext cx="4892040" cy="114300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Post-trigger solve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After activation, the existing conversion mode determines the amount. Bracket mode still runs the nested search that honors ordinary-income and IRMAA ceilings.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749039"/>
            <a:ext cx="82296" cy="114300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Conversion triggers and the annual tax solver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Event activation does not bypass financial consistency: the no-conversion baseline and later selected conversion both use the model’s annual tax machinery.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429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Baseline solve outputs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No-conversion ordinary taxable income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No-conversion itemized deduction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Social Security and AGI effects implied by existing income, LTC, expenses, and gains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conversion value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429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Trigger effects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Bracket trigger uses noConvOrdTI against bracket start.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Itemized trigger uses noConvItemized threshold.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LTC trigger reads ltcStarted computed for this row.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Once activated, it persists in iraSim.started.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188720"/>
            <a:ext cx="342900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Conversion solve outputs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Fixed or bracket-aware conversion result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Full tax ↔ LTCG iteration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IRA/Roth account post-processing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Existing convTrials diagnostic for bracket searches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LTC living-expense switch: defaults now depend on household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model preserves explicit user values while applying clearer fallback behavior when the first LTC episode begins.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429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Before LTC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expLiving = state.living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Household living expense is flat in today’s dollars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LTC-person cost is included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429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One LTC started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If living1 explicitly set: use it.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If living1 is null and married: use state.living.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If living1 is null and single: use 7,500 (LTC_SINGLE_LIVING).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188720"/>
            <a:ext cx="34290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Both LTC started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expLiving = living2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Default living2 = 15,000 (LTC_LIVING2_DEFAULT)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LTC costs remain separate household expense components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Projection rows make trigger behavior auditable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model exposes both no-conversion baseline values and per-person trigger activation so users and downstream consumers can explain conversion timing.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70432"/>
            <a:ext cx="3429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New baseline diagnostics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noConvOrdTI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noConvItemized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Computed from the no-conversion annual solve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Support bracket and itemized start conditions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170432"/>
            <a:ext cx="3429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Activation record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convTriggerStartedByPerson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Captures the year each person’s event-based conversion policy first starts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Works alongside existing rothConvByPerson and convTrials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170432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170432"/>
            <a:ext cx="342900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Consumer implications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and Roth-conversion charts read settled conversion fields.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Excel and chat can surface annual trigger context via explicit row fields.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Display components do not recreate start policy or tax logic.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170432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Input and lifecycle 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 conversion-start choices enrich the IRA card without altering the app’s layer boundaries or the independent Enable/Hide behavior.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70432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IRA card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Conversion Start selector expands beyond RMD/Now/Custom.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Bracket trigger exposes a bracket-stop slider.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Itemized trigger exposes a today’s-dollar threshold.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LTC trigger requires no additional threshold input.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70432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State and persistence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New start-mode settings live with the IRA input schema.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state.js remains responsible for canonical defaults and hydration.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Autosave, save-to-file, load, and reset retain the configuration.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70432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11896" y="1170432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No consumer shortcut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Charts display conversion results.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 documentation describes the trigger policy.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Export and chat consume row fields.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display code determines whether conversion starts.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11896" y="1170432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event-driven financial policies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Start triggers illustrate how to add conditional behavior without obscuring causality or letting presentation code drift into modeling.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Evaluate a clear baseline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 a documented counterfactual—here, conversion = 0—to decide whether a trigger fires.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Publish the baseline measures that govern the decision.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Latch intentional events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Record activation in simulation state so an event begins once and persists.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trigger selection separate from amount optimization and account post-processing.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188720"/>
            <a:ext cx="338328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Respect explicit settings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Explicit user-entered LTC living amounts win over defaults.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Defaults may differ by household context, but must be centralized, named, and visible in the architecture contract.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Conversion triggers and LTC-default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