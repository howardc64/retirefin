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app.js coordinates Input → Compute → Display. Financial inputs live in state; derived values live in projection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Saving the planner is described here; this slide rebuild does not invoke the planner or write to any user-selected plan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Shipped Tips (Note4User.md) and Usage documentation remain separate from both editable note scopes.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Scenario differences ignore UI, notes, IDs, and Hide flags; commentary is not treated as a financial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Global Notes is saved UI state; the remembered file target is not retained across reload.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The newest withdrawal-order contract excludes IDGT funding; older generic prose remains inconsistent elsewhere.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Sale results are published in annual and property rows, not recalculated by charts.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newest uploaded ARCHITECTURE.md (file:23). Intended behavior, not implementation audit. Rebuilt from latest ARCHITECTURE.md; no application-code audit or workbook recalculation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Retirement Income Planner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Full-system rebuild with remembered save targets, shared Notes, and Scenario Notes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Input and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and account controls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Withdrawal-order policy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Global and scenario commentary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Canonical defaults and hydration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Annual financial projection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Funding / tax fixed point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conversion optimization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Property sales and basis rules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Display and persistence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Multi-scenario manager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and element descriptions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 target lifecycle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Excel, print, docs, and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app.js coordinates Input → Compute → Display. Financial inputs live in state; derived values live in projection rows.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Latest revision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This update changes save behavior and separates shared commentary from scenario-specific notes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Save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Local Load or first Save As sets target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Later Save overwrites remembered file without dialog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Samples or no target invoke Save As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Fallback prompts name and downloads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Two note scopes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Notes → state.ui.globalNotes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Notes → state.notes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Both saved, restored, autosaved, reset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UI carries global text across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Scenario lifecycle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Floating card fixed at top right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Non-dimming comparison UI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 invokes scnReset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Only scenario A remains after reset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Existing up-to-26 model retained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Save-target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File-system destination memory is temporary browser-session context, not financial plan 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Acquire destination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Local file Load establishes target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First Save As establishes target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setSaveTarget remembers destination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Sample plans require Save As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Use and acknowledge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With File System Access API: overwrite remembered file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repeat destination dialog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 serializes every scenario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saveDone shows green Saved button and toast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Release or fall 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 clears remembered target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Reload never retains target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Without API: request file name and download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Destination memory distinct from autosaved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Saving the planner is described here; this slide rebuild does not invoke the planner or write to any user-selected plan file.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Notes ownership — shared versus scenario-specific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Two popup editors share userNotes.js but bind to different state paths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Global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Notes button immediately right of Tips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openUserNotes(global)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state.ui.globalNotes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Viewer UI persists across scenario switches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text remains visible across plans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Scenario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Notes button right of 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openUserNotes(scenario)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state.notes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Each scenario owns separate commentary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Loaded with that scenario’s financial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Common persistence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Save, load, autosave, reset apply to both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Done / Esc / outside click closes editor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globalNotes must exist in default ui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Otherwise hydration drops the 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Shipped Tips (Note4User.md) and Usage documentation remain separate from both editable note scopes.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Scenario switch — preserve viewer UI, replace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scnSwitch updates active plan ownership and renders the chosen scenario through the same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Snapshot and select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Store outgoing plan in scnSnaps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Choose target via scenario chip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Load selected plan into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Keep state.ui from viewer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Ownership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Financial inputs change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state.notes changes with scenario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ui.globalNotes stays shared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Layout and asset haircuts stay consistent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Render and 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renderAll rebuilds forms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Projection recomputed normally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update/animate in place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Dataset-count differences may rebuild chart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Y maxima are retained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Scenario differences ignore UI, notes, IDs, and Hide flags; commentary is not treated as a financial difference.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Scenario set and persistence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A–Z plans behind a single Scenario button; on-screen scenario always equals 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Collection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scnActive: active ID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scnOrder: display order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scnNames: optional names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scnSnaps: inactive plans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Up to 26 scenarios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UI and reset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Floating top-right card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Create copies active and displays 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Rename or confirm-delete active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Cannot delete sole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 collapses set to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Browser and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retirementPlannerScenarios_v2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Boot migration from old A/B storage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Single plan saved as plain JSON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Multiple plans include scenarios payload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Load replaces entire collection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State, persistence, and computation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Canonical defaults must include every saved field that should survive hydration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core/state.js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Defaults and setPath mutation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hydrateState legacy normalization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JSON and localStorage persistence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Remembered save-target management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 completion feedback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Scenario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scnFileData packages collection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scnLoadFromFile owns imported set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Main hydration drops scenarios payload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ui.globalNotes remains viewer-owned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Financial projection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rows and stretch output contract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Today’s-dollar model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dependence on notes or destination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Charts consume settled values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 remains DOM-free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Global Notes is saved UI state; the remembered file target is not retained across reload.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Withdrawal policy — financial order, not visual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Custom order replaces only the shortfall stages after income and dividends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Common initial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Household cash income first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Eligible portfolio dividends next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Unused dividends reinvest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Remaining gap is shortfall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Policy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Brokerage sales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Then pre-tax IRA draws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Then Roth IRA draws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Built-in pro-rata allocation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Residual reported unfunded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Policy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One asset per ordered step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pf / ira / roth / re references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Unlisted assets never drawn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Missing and repeat assets skipped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Each asset retains own tax treatment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The newest withdrawal-order contract excludes IDGT funding; older generic prose remains inconsistent elsewhere.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Property sales — two distinct accounting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Scheduled sale tax and shortfall-sale tax must not be conflated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Scheduled sales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Age/LTC: year-end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Net proceeds arrive next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Passing: stepped-up start-of-last-row path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Incremental sale tax netted from proceeds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Remaining tax funded by waterfall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3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Shortfall-order sale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Whole property sold at start-of-year value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 stepped up if applicable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Gain above basis/exemption → LTCG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funded as household expense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Proceeds applied via expFromRe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8599" y="3474720"/>
            <a:ext cx="274320" cy="182880"/>
          </a:xfrm>
          <a:prstGeom prst="rightArrow">
            <a:avLst/>
          </a:prstGeom>
          <a:solidFill>
            <a:srgbClr val="6171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Priority and surplus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Same-year scheduled sale wins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Sold property cannot sell again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Unused shortfall proceeds target portfolio next year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Transferred cash has 100%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Unavailable destination → leaves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Sale results are published in annual and property rows, not recalculated by charts.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Tax and Roth-conversion nested solving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annual funding model is reused by each bracket-aware conversion trial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Conversion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RMD, now, custom 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Bracket/itemized/LTC trigger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Trigger baseline solveTax(0)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First event latches activation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Conversion amount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Fixed or bracket-aware maximum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Ordinary-income and IRMAA constraints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Tighter headroom controls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Each trial invokes tax/funding solve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Annual settlement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→ draws/sales → income/gains → tax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Tolerance 0.005; max 60 rounds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SCGL consumed once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Account post-processing after settlement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Diagnostics published on 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Assets, AUM assessment, and estate basis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Liquidity, fee eligibility, inheritance, and chart haircuts remain separate attributes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Brokerage / IDGT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basisPct initializes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Sales recover proportional cost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Reinvestment adds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Non-IDGT survivor step-up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IDGT carryover basis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Same-holder basis swaps conserve basis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Property / annuity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Real estate dollar basis and exemption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Optional scheduled / shortfall sale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yield, AUM, or age range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Annuity simulator payout tax split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Passing benefit informational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Fees and legacy 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AUM base: eligible non-IDGT living-income portfolios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IRA/Roth excluded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Stretch pseudo-years separate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Asset devalue controls display-only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Heir taxes not modeled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Charts and explanatory popup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Views express the same projection; Chart Info supplies descriptions rather than finance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Income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Income / MAGI / ordinary taxable / qualified taxable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Four equal charts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ages and income scale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Ordinary income excludes qualified layers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External popup detail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Tax, expenses, assets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Tax primary and two companions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Effective rate plotted; marginal in popup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Optional IRMAA-as-tax display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Funding split and shortfall alert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Roth conversion companion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Shared display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Registry and upsert lifecycle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Locked scales / Rescale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Popup Details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 Element Info / ciDescribe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Tooltip theme stored separately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Export, printing, and reference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Local reporting is independent of plan calculation and note ownership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Excel workbook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Inputs and named Tax tables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 versus app-value columns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SST/marginal hypotheticals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Qualified-tier allocations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Account roll-forwards where equivalent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Iterative policy decisions remain app outputs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Printing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Temporarily expand hidden cards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Create off-screen chart copies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Copy pixels for reliable report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Restore live UI after print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changes to saved plan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Documentation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Usage.md for operating guide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Note4User.md shown as Tips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Shared Markdown renderer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Formulas reference uses shared constants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Global/Scenario Notes are editable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Read-only chat and storage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Keep plan files, browser-local context, and external provider requests distinct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Plan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Financial inputs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Global Notes in ui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Notes in each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Saved scenario collection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Display layout / haircut settings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Browser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Autosaved current plan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Scenario set localStorage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Tooltip preferences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Provider keys outside plan state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Save target not retained on 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Provider 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Fresh curated snapshot every send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Direct browser streaming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Preview and optional names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Explicit columns determine knowledge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No chart or financial mutation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02641"/>
                </a:solidFill>
                <a:latin typeface="Aptos"/>
              </a:defRPr>
            </a:pPr>
            <a:r>
              <a:t>Extension workflow and source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17184"/>
                </a:solidFill>
                <a:latin typeface="Aptos"/>
              </a:defRPr>
            </a:pPr>
            <a:r>
              <a:t>The deck follows the most specific current contracts where summaries remain stale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267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67AB3"/>
                </a:solidFill>
                <a:latin typeface="Aptos"/>
              </a:defRPr>
            </a:pPr>
            <a:r>
              <a:t>Implement in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Defaults and migration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Input/shared controls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Compute rules + row fields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Chart/export/documentation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Regression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8F8D"/>
                </a:solidFill>
                <a:latin typeface="Aptos"/>
              </a:defRPr>
            </a:pPr>
            <a:r>
              <a:t>Persistence discipline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Define field ownership explicitly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Include globalNotes in default ui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Treat file target as session-only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Reset must clear scenario collection and destination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Feedback after save completes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8639" y="1600200"/>
            <a:ext cx="3444239" cy="4023360"/>
          </a:xfrm>
          <a:prstGeom prst="roundRect">
            <a:avLst/>
          </a:prstGeom>
          <a:solidFill>
            <a:srgbClr val="F2F6FA"/>
          </a:solidFill>
          <a:ln>
            <a:solidFill>
              <a:srgbClr val="7753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3231" y="1737360"/>
            <a:ext cx="3115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753AD"/>
                </a:solidFill>
                <a:latin typeface="Aptos"/>
              </a:defRPr>
            </a:pPr>
            <a:r>
              <a:t>Specification inconsistencies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1" y="2468880"/>
            <a:ext cx="311505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Real estate schema still says never sold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Old generic funding allows IDGT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Latest custom order excludes it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Funding equation omits expFromRe</a:t>
            </a:r>
          </a:p>
          <a:p>
            <a:pPr>
              <a:spcAft>
                <a:spcPts val="800"/>
              </a:spcAft>
              <a:defRPr sz="1600" b="0">
                <a:solidFill>
                  <a:srgbClr val="102641"/>
                </a:solidFill>
                <a:latin typeface="Aptos"/>
              </a:defRPr>
            </a:pPr>
            <a:r>
              <a:t>Specific new contracts used 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58704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84"/>
                </a:solidFill>
                <a:latin typeface="Aptos"/>
              </a:defRPr>
            </a:pPr>
            <a:r>
              <a:t>Rebuilt from latest ARCHITECTURE.md; no application-code audit or workbook recalculation performed.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64922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17184"/>
                </a:solidFill>
                <a:latin typeface="Aptos"/>
              </a:defRPr>
            </a:pPr>
            <a:r>
              <a:t>Retirement Income Planner | October 9, 2026, 10:15 PM rebuild | ARCHITECTURE.md |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