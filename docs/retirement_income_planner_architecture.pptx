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latest uploaded ARCHITECTURE.md (file:24). Specification-based presentation, not code or legal validation. Inputs write state; Compute owns derived financial results; app.js orchestrates recompute and rendering.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latest uploaded ARCHITECTURE.md (file:24). Specification-based presentation, not code or legal validation.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latest uploaded ARCHITECTURE.md (file:24). Specification-based presentation, not code or legal validation. State income tax is shown as a panel feature here; this deck does not infer an undocumented calculation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latest uploaded ARCHITECTURE.md (file:24). Specification-based presentation, not code or legal validation. Follow the explicit new panel contract rather than retained historical layout paragraphs.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latest uploaded ARCHITECTURE.md (file:24). Specification-based presentation, not code or legal validation. Migration: first enabled legacy bracket withdrawal selects household policy; fixed-amount legacy withdrawals are dropped.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latest uploaded ARCHITECTURE.md (file:24). Specification-based presentation, not code or legal validation. Outputs: brokerageWd, brokerageWdByPerson, and portfolio entry withdrawn. Do not conflate these with residual sold amounts.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latest uploaded ARCHITECTURE.md (file:24). Specification-based presentation, not code or legal validation. This is the planner’s documented modeling assumption, not a statement that all joint assets receive a full statutory step-up.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latest uploaded ARCHITECTURE.md (file:24). Specification-based presentation, not code or legal validation.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latest uploaded ARCHITECTURE.md (file:24). Specification-based presentation, not code or legal validation. Latest shortfall contract excludes IDGT expense funding; older generic prose remains inconsistent.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latest uploaded ARCHITECTURE.md (file:24). Specification-based presentation, not code or legal validation. Joint-spouse basis step-up is now applied consistently in real-estate sale paths as well as property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latest uploaded ARCHITECTURE.md (file:24). Specification-based presentation, not code or legal validation.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latest uploaded ARCHITECTURE.md (file:24). Specification-based presentation, not code or legal validation.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latest uploaded ARCHITECTURE.md (file:24). Specification-based presentation, not code or legal validation.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latest uploaded ARCHITECTURE.md (file:24). Specification-based presentation, not code or legal validation.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latest uploaded ARCHITECTURE.md (file:24). Specification-based presentation, not code or legal validation. Portfolio-bracket sales, joint-step-up rules, and panel regrouping are shown as specified behavior, not independently tested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Retirement Income Planner —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Rebuilt system overview: reorganized panels, household bracket withdrawals, and joint-spouse basis step-ups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Input and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General / Expenses / Tax &amp; Optimizations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Source and asset cards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Household optimization policies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Saved scenario and note settings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Annual financial projection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Tax/funding fixed point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Roth then portfolio optimization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Property events and basis transformations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Display and reporting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Charts and Chart Element Info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Up to 26 scenarios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Global and Scenario Notes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Excel, print, documentation, chat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Inputs write state; Compute owns derived financial results; app.js orchestrates recompute and rendering.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10, 2026 | Newest ARCHITECTURE.md |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Latest revision — three architectural changes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New controls are grouped by purpose, while the financial engine adds a household withdrawal optimizer and a broader step-up rule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Panel organization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General, Expenses, Tax &amp; Optimizations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One Hide checkbox per panel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Panels default open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Features retain Enable only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Old per-feature Hide flags dropped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Portfolio withdrawal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state.pfWithdraw = {enabled, ltcgPct}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Household policy for all eligible portfolios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Solved after Roth conversions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Proceeds enter household cash income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Joint asset basis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Full non-IDGT step-up when owner’s spouse passes and asset is joint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Real estate follows same rule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Applied once during household years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Heir step-up again at last passing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10, 2026 | Newest ARCHITECTURE.md |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New panel map — inputs organized by purpose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Three standalone panels replace the former wrapping assumptions structure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General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Filing status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People setup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Inflation slider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Passing-age sliders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Hide key: general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Expenses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Living expenses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Long Term Care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Shortfall withdrawal order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AUM fee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Hide key: expenses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Tax &amp; Optimizations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State income tax control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SCGL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Asset / basis swap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Portfolio withdraw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Speculative future exemptions and brackets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Hide key: tax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State income tax is shown as a panel feature here; this deck does not infer an undocumented calculation rule.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10, 2026 | Newest ARCHITECTURE.md |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Panel Hide versus feature Enable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Visibility and model participation are deliberately independent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Panel visibility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ui.assumpHide: general, expenses, tax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One Hide control in panel title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All default open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syncAssumpHide applies state on renderAll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Feature activation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featureBlock renders Enable and body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per-feature Hide control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Disabling retains entered values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Enabled flag controls computation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Income cards still use independent Enable/Hide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Migration and charts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Older per-feature Hide flags dropped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Cards open under new scheme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 sections keep ui.hiddenSections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assumptions key in chart Hide schema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Visibility does not change finance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Follow the explicit new panel contract rather than retained historical layout paragraphs.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10, 2026 | Newest ARCHITECTURE.md |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Household bracket portfolio withdrawal policy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Proactive bracket withdrawals are not the same as expense-shortfall sales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Configuration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state.pfWithdraw enabled / ltcgPct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renderPfWithdrawPanel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LTCG_STOPS: 0, 15, 20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20 means no limit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fixed amount or start/end-age control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Eligible portfolios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Every live, in-range, non-IDGT portfolio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Household setting, not per-portfolio withdraw list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Processed portfolio by portfolio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Sale realizes gain share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Basis removed as for any sale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Model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Largest sale fitting ordinary taxable + qualified income below chosen bracket top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Solved after Roth conversions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Proceeds enter cashIncome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Excess can reinvest per portfolio flags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Migration: first enabled legacy bracket withdrawal selects household policy; fixed-amount legacy withdrawals are dropped.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10, 2026 | Newest ARCHITECTURE.md |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Policy ordering — conversion before portfolio withdrawal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Separate tax optimization from residual household funding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1. Roth conversion solve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Evaluate conversion start policy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Choose fixed or bracket-aware amount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Each candidate uses full tax/funding solve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Respect ordinary and IRMAA limits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2. Portfolio bracket sales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Apply household pfWithdraw setting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Search maximum eligible sale under chosen qualified-income bracket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Sequential portfolio processing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Publish proactive withdrawal amounts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3. Household cash funding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Proceeds join cashIncome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Expenses funded before dividends and residual sales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Remaining gap follows built-in or custom order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Unused cash optionally reinvested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Outputs: brokerageWd, brokerageWdByPerson, and portfolio entry withdrawn. Do not conflate these with residual sold amounts.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10, 2026 | Newest ARCHITECTURE.md |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Basis step-up — joint spouse death now included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The model treats the entire jointly owned balance as eligible for a full step-up, an explicit community-property-style assumption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Owner passes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Non-IDGT portfolio continues to surviving spouse through bene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Basis resets to value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Unrealized gain becomes zero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Step-up tracked once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Spouse passes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Owner remains alive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Asset is joint (bene)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jointSpousePassed triggers full portfolio step-up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Real estate uses jointSpouseGone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Sale paths and row builder aligned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Exceptions and legacy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IDGT never steps up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stepped prevents repeated household-year events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Stretch years step up for heirs at last passing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Step-up outputs remain projection-owned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This is the planner’s documented modeling assumption, not a statement that all joint assets receive a full statutory step-up.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10, 2026 | Newest ARCHITECTURE.md |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Basis tracking and swaps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Cost-basis updates and estate transformations remain in Compute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Annual basis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basisPct initializes brokerage basis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Sales recover proportional cost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Reinvestment adds cost basis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Nominal basis deflated into today’s dollars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Real estate uses dollar basis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Same-holder swaps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Higher-basis living assets paired with lower-basis IDGT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Value-for-value exchange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Balances unchanged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Total basis conserved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swapAmt records asset value traded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Timing and audit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Step-up-linked opportunity after first passing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Optional scheduled years before last passing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New joint-spouse rule can affect basis available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Tooltips/export read settled values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10, 2026 | Newest ARCHITECTURE.md |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Expense shortfall policy remains a distinct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Income and dividends retain priority; optional custom steps replace later built-in sources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Shared initial funding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Household cash income, now including bracket-withdraw proceeds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Then eligible portfolio dividends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Expenses: living/LTC/tax/IRMAA/AUM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Surplus may reinvest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Built-in fallback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Brokerage residual sales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Pre-tax IRA draws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Roth IRA draws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Open household accounts only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Unfunded gap reported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Custom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Ordered pf / ira / roth / re steps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One asset per step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Missing/repeat assets skipped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Unlisted assets not drawn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Whole-property shortfall sale supported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Latest shortfall contract excludes IDGT expense funding; older generic prose remains inconsistent.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10, 2026 | Newest ARCHITECTURE.md |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Property sale paths and tax accounting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Scheduled property events differ from custom shortfall-triggered liquidation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Scheduled sale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Age/LTC at year-end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Portfolio proceeds arrive next year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Passing path starts last row, stepped up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Incremental sale tax netted from proceeds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Remaining tax funded by waterfall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Shortfall sale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Entire property sold at start-of-year value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Step-up before sale when eligible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Gain after basis/exemption realizes LTCG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 stays household expense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expFromRe shows applied proceeds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Priority and transfer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Same-year scheduled event takes precedence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Later sale skipped if already sold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Unused proceeds designated portfolio next year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100% basis deposit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receiver → excess leaves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Joint-spouse basis step-up is now applied consistently in real-estate sale paths as well as property rows.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10, 2026 | Newest ARCHITECTURE.md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Annual tax fixed point and account commitment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Tax, asset sales, and taxable IRA draws are solved as coupled financial quantities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Financial feedback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Candidate tax creates expense demand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Funding creates LTCG / taxable IRA draws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Taxable SS, deductions, AGI/MAGI change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Recalculate tax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IRMAA uses two-year MAGI look-back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Convergence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TAX_TOL = 0.005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TAX_MAX_ITERS = 60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SCGL hypothetical in trials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Consume pool once after settlement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Report taxIters / taxConverged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Commit and publish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Apply settled conversions and draws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Advance IRA/Roth balances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Roll portfolio basis and balances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Publish sale/withdrawal/funding fields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Charts never repeat solve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10, 2026 | Newest ARCHITECTURE.md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Scenario ownership, notes, and saving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Scenario switches change plan finance while preserving viewer-owned UI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Scenario 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A–Z, up to 26 plans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state active; scnSnaps inactive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Create, rename, confirm-delete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Differences ignore UI/notes/IDs/Hide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Reset keeps only 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Two note scopes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Notes: ui.globalNotes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Scenario Notes: state.notes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Global text carried with viewer UI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Scenario text follows selected plan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Both saved/autosaved/reset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Save lifecycle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All scenarios serialized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Load/first Save As remembers target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Later Save overwrites via available API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Reset/reload forget target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Fallback filename prompt/download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10, 2026 | Newest ARCHITECTURE.md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Charts and explanatory services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Visual controls improve interpretation without mutating projection results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Income / tax views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Four equal income charts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Income, MAGI, ordinary taxable, qualified taxable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 primary and two companions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Effective rate plotted; marginal popup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Optional IRMAA-as-tax display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Assets and expenses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Funding split and unfunded alert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Asset balances and conversion companion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Basis/step-up/sale detail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Legacy stretch separated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Devalue sliders display-only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Shared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Registry, upsert, scale locks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Popup Details and theme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 Element Info / ciDescribe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Single external popup container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Semantic descriptions not calculations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10, 2026 | Newest ARCHITECTURE.md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Export, print, documents, and 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Presentation outputs have explicit computation and privacy boundaries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Excel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Inputs + Tax tables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App solver outputs versus formulas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SST/marginal hypothetical chains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Qualified-tier allocations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Account formulas where equivalent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replacement for app optimizer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Print and 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Temporary hidden-card expansion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Off-screen chart copies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Restore without state writes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Usage and Tips Markdown viewer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Formula tables from shared constants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Read-only chat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Fresh curated state/projection snapshot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Browser-to-provider streaming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Preview and optional names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Keys outside plan persistence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finance or chart mutations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10, 2026 | Newest ARCHITECTURE.md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Engineering contracts and source 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Full rebuild follows the specific current rules where historical summaries still conflict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Runtime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Plain global scripts, no build step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Dependency-ordered index.html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CSS separated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Core / Compute / Input / Display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Node regression harness separate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Extension 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Default schema and migration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Shared input controls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Compute rule and row fields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Chart/export/info/docs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Regression checks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Sync contract descriptions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Documentation cleanup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Old assumptions layout retained as history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Property summary still says never sold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Generic funding IDGT wording conflicts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Use newest specific policy definitions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source-code audit performed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Portfolio-bracket sales, joint-step-up rules, and panel regrouping are shown as specified behavior, not independently tested implementation.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10, 2026 | Newest ARCHITECTURE.md |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