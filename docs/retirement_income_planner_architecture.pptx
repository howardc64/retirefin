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modeled annuity contracts, optional living-benefit riders, payout-tax treatment, and new reporting outputs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Annuity sub-cards per person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Contract, payout, rider, tax, survivor settings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simulateAnnuity runs contracts up front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Projection consumes annual contract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services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Income/asset charts, Excel, formulas, chat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Read annuity fields from projection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annuity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Architectural fit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Annuity behavior is calculated in Compute, exposed as row fields, and consumed without financial recomputation by charts, export, formula reference, and chat.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planner adds an annuity asset and income model that supports multiple contracts per person and separates contract simulation from yearly household projection.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32918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Annuity input model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Multiple annuities per person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Enable / Hide / Remove card controls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Value, premium, growth, fees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Payout schedule and tax treatment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Optional living-benefit rider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3128" y="1234440"/>
            <a:ext cx="32918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Compute model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simulateAnnuity() runs once per contract up front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Account value and rider base evolve independently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Annual payout decomposes into taxable and tax-exempt cash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Insurer-paid amounts are distinguished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45312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57616" y="1234440"/>
            <a:ext cx="32918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Consumer model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Income chart receives taxable / tax-exempt payouts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Asset chart plots annuity balances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Excel adds summary columns and contract sheets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Chat snapshot and formulas gain annuity content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35761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Annuity state and input-card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Each person can hold any number of independent annuity contracts, managed like brokerage portfolios and rental properties.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Core contract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Name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Value and optional premium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Growth spec and fee percentage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Payout age range, amount, annual change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method and exempt percentage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Survivor benefit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3756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methods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LIFO — default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Exclusion ratio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Fully taxable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exempt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Tax-free portion is separately tracked for cash, provisional income, and MAGI behavior.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88720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Living-benefit rider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Rider enable flag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Optional rider base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Rollup rate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Step-up option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Payout rate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Rider fee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Standard payout fields hide while rider is active.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Two-phase annuity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Contract simulation is separated from the household projection so annuity-specific mechanics remain isolated and testable.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2331720" cy="137160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1. State contract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person.annuities[]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Inputs describe each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82296" cy="13716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37560" y="1280160"/>
            <a:ext cx="2331720" cy="137160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2. simulateAnnuity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Runs once per annuity before annual household loop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 tax dependency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280160"/>
            <a:ext cx="82296" cy="13716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331720" cy="137160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3. Annual sequence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Balance, base, payout, tax split, insurer support, rider fee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80160"/>
            <a:ext cx="82296" cy="137160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280160"/>
            <a:ext cx="2331720" cy="137160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4. Projection rows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Annuitized income and asset data join household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280160"/>
            <a:ext cx="82296" cy="137160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926080" y="1965960"/>
            <a:ext cx="27432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0" y="1965960"/>
            <a:ext cx="27432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1965960"/>
            <a:ext cx="27432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80160" y="3657600"/>
            <a:ext cx="950976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Boundary benefit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simulator owns annuity mechanics; the main projection only reads its annual results to determine cash income, ordinary income, tax-exempt income, non-qualified investment income, and asset value.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0160" y="365760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Payout, rider, and account-value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annuity model distinguishes contractual payouts, taxable character, rider support, and the remaining account value.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3317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Payout timing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Payout starts and ends through the contract age range.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Survivor continuation follows the same durable age-range convention as other income sources.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Rider payout replaces manual payout when active.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10128" y="1143000"/>
            <a:ext cx="233172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classification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portion → nonSSOrdinary.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Tax-exempt portion → cashIncome, provisional income, and MAGI.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Non-qualified taxable payouts also contribute to net investment income.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17336" y="1143000"/>
            <a:ext cx="23317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Rider mechanics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Rider base can roll up and step up.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Payout rate applies to rider base.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Rider fees reduce account value.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Insurer-paid amount captures payout beyond available account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7336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24544" y="1143000"/>
            <a:ext cx="233172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Asset continuity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Account balance is a main Asset-chart series.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amount embedded in the balance supports ordinary-income devalue presentation.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model holds annuity data separately from brokerage basis mechanics.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24544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Annuity data enters the household tax and cash-flow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row contract makes annuity payouts visible in exactly the places that need them, while preserving the single-projection design.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2461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Income and cash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annuity / annuityByPerson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annuityTE / annuityTEByPerson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+ tax-exempt payouts enter cashIncome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payout enters nonSSOrdinary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188720"/>
            <a:ext cx="324612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and thresholds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Tax-exempt payout joins provisional income.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Tax-exempt payout joins MAGI and IRMAA look-back.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Non-qualified taxable payout contributes to NII.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chart or export rebuilds this treatment.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188720"/>
            <a:ext cx="32461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Asset and contract outputs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annuityBalance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annuitiesByPerson[i][ai]: balance, base, payout, taxable, taxFree, insurerPaid, riderFee, taxableEmbedded, rider, nonQual, live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Used by Asset chart, Excel sheet, and chat context.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Display and reporting additions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contract output is presented consistently across interactive charts, downloads, explainers, and plan-aware chat.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5146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Income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Adds annuity taxable payout and tax-exempt payout bands.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and tax-exempt treatment stays visually distinct.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totals continue to derive from projection 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143000"/>
            <a:ext cx="25146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Asset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Plots annuity account value as an annuity series.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Ordinary-income devalue can haircut taxableEmbedded value.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Annuities stay on main asset chart.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143000"/>
            <a:ext cx="25146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Excel export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Summary sheet includes payout, insurer-paid, rider fee, account value, and taxable-embedded columns.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enabled annuity gets its own worksheet.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143000"/>
            <a:ext cx="25146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Reference and chat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 page adds Annuities section.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Chat snapshot includes selected annuity data only through explicit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annuity input is silently inferred in a consumer.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Annuities fit into existing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feature reuses the codebase’s established extension pattern: schema → input card → compute outputs → row-driven consumers.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38328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and migration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annuities[] under Person.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Canonical default shapes live in state.js.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Multiple instances use IDs and safe add/remove behavior.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Enabled and hidden remain independent.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 integration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simulateAnnuity isolates contract mechanics.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projection.js aggregates each person’s result.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Tax, cash, MAGI, NII, and asset effects flow through common row fields.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234440"/>
            <a:ext cx="338328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Presentation integration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Input card renders only input/editing behavior.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Charts, Excel, Formulas, and Chat consume row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devalue remains display-only and does not alter finance.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future contract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annuity implementation reinforces the design discipline needed for any additional complex financial product.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Isolate product mechanics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Put self-contained contract rules into a dedicated simulation routine.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Run it at a defined stage with explicit inputs and annual outputs.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Avoid distributing product logic across chart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Make tax character explicit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Separate taxable, tax-exempt, investment-income, and insurer-supported amounts.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Thread them into cash-flow and tax calculations through named projection fields.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Keep consumers passive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Charts, export, formulas, and chat must read the projection—not resimulate contracts.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every required output to the row schema before building a presentation feature.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Annuity-model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