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state owns inputs; projection owns financial outputs; app.js orchestrates computation and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Row entry cgd identifies the distribution. Do not infer ordinary-dividend tax character from the internal funding variable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The new distribution contract supersedes blanket older prose that realized gains arise only from selling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Extend the shared converter rather than adding a CDN parser, preserving the documented offline dependency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This deck describes the specified escaping/link policy; it is not a security audit of the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Layout behavior is presentation-only; it does not change enabled inputs or financial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Spec reports headless-Chrome checks for single/married and narrow/wide columns; those tests were not rerun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Charts consume settled projection rows; Markdown and CSS never recreate financial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Inherited cash-routing rule takes precedence over older contradictory conversion-unit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A → B → C may propagate; a closed publisher leaves the recipient’s last snapshot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The specification designates Chrome as the tested application target; this rebuild is not a browser compatibility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newest ARCHITECTURE.md (file:29). Intended architecture, not implementation audit. Deck rebuilt from newest uploaded ARCHITECTURE.md; diagrams use editable PowerPoint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Retirement Income Planner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Full rebuild: distributed capital gains, unified Markdown rendering, and compact input-card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Input &amp;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Financial inputs and policies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Canonical state and hydration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New core/markdown.js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Named responsive containers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Annual projection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Distributed LTCG cash/tax paths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Tax/funding and bracket solves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Inheritance and estate events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Display &amp;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Movable chart dashboard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Shared Markdown pages and chat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Live local inheritance 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Scenarios, notes, Excel, 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state owns inputs; projection owns financial outputs; app.js orchestrates computation and rendering.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Latest changes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The revision adds a financial source and consolidates presentation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Distributed LTCG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Per-portfolio percentage or fixed amount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Realized gain enters ltcgGross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Spendable like dividend cash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Unspent amounts reinvest and add basis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Portfolio row field cgd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Shared Markdown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One converter in core/markdown.js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Usage/Tips pages and chat use it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Tables, slug heading IDs, nested lists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Escaping and unsafe-link restrictions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Compact input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Named col/card/pcol containers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Bounded input widths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Narrow-card field and slider stacking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Long-note More/Less clamping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Disabled card “not used” cue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Distributed LTCG — two paths from one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Separate gain classification from how a distribution funds household spending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Configure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cgdMode: pct or amt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cgdPct: % of opening balance, default 0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cgdAmt: today’s $ per year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Distribution capped at portfolio balance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Tax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Distribution adds to portfolio x.ltcg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Feeds gross household LTCG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Follows ordinary LTCG tax machinery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SCGL shield and qualified-income tax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Not ordinary dividend tax character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Funding and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Spendable like a dividend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Included in waterfall x.odiv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Funds the dividend stage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Unneeded cash reinvested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Reinvestment adds cost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Row entry cgd identifies the distribution. Do not infer ordinary-dividend tax character from the internal funding variable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Four distinct portfolio cash/gain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Do not collapse distributions, interest, proactive withdrawals, and shortfall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Distribution /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Distributed LTCG: realized gain plus dividend-like spendability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Tax-exempt interest: cash, provisional income and IRMAA MAGI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Tax-free annuity cash is a separate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Proactive bracket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Household pfWithdraw setting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Processed after IRA annual-withdraw solve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Eligible non-IDGT portfolios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Proceeds enter cashIncome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Sale removes proportional basis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Residual expense sale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Only after income/dividends leave gap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Built-in or custom asset order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Realizes gain share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IRA/Roth/property alternatives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Residual unfunded amount explicit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The new distribution contract supersedes blanket older prose that realized gains arise only from selling shares.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Markdown architecture — one parser, two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core/markdown.js centralizes conversion instead of duplicating page and chat renderers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Shared 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mdToHtml(md, opts)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HTML escape first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Heading slug IDs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Inline/fenced code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Tables and nested lists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Links with unsafe schemes blocked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Document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mdPage.js fetches Markdown on open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Common mdPageHtml shell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Usage.md and Note4User.md (Tips)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Defaults enable document features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Old page-wrapper files removed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Untrusted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chatMarkdown delegates to shared parser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Line breaks preserved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Headings flattened to bold paragraphs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Scrolling table wrapper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Links disabled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Raw model HTML never inserted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Extend the shared converter rather than adding a CDN parser, preserving the documented offline dependency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Parser options and content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Reuse the grammar while keeping rendering policy explicit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Document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Headings with anchor slugs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Bold/italic and code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Table header/separator/body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Nested lists by indentation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Blockquotes, rules, paragraphs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Policy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breaks: newline → line break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flatHeadings: headings → bold paragraphs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tableWrap: scroll-wrapper class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links:false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ids:false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Escape content before rendering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Never create javascript: or data: 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rel=noopener for generated 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Chat uses stricter no-link settings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model-supplied raw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This deck describes the specified escaping/link policy; it is not a security audit of the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Compact cards — named responsive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CSS query scope is explicit so nested cards do not accidentally use the wrong size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Container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Input column: col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Each .item: card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General person column: pcol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Use named @container queries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Unnamed query would match nearest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Constrained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Money inputs ≤10.5em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Numbers ≤9.5em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Placeholder numbers ≤11em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Inline fields: label + 128px input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Custom controls beside select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Responsive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Card ≤330px: field grid one column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Card ≤420px: bracket sliders stack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Person box ≥430px: four identity fields in one row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Partner rows retain subgrid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Layout behavior is presentation-only; it does not change enabled inputs or financial computation.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Card containment, notes, and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Keep controls discoverable and explanations readable without overflow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Header 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Title in flex-shrinking .ttl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Ellipsis for long names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Buttons do not wrap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Remove/Hide stay inside card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Focus ring space preserved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State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Disabled enable checkbox adds “not used”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Partner cards remain aligned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Inherited asset name and % on one line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Muted detail below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Field alignment survives wrapped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Long-note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170+ characters clamp to two lines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More / Less control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One MutationObserver across inputs/settings roots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initNoteClamp at startup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Printing shows full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Spec reports headless-Chrome checks for single/married and narrow/wide columns; those tests were not rerun for this deck.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Financial projection and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Presentation refactoring leaves the single financial source of truth intact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Annual input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Ages, survival, filing status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Income and asset activation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Inherited arrivals and schedules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Dividends, interest, distributed LTCG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Property events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Coupled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Fixed/bracket annual IRA withdrawal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Cash versus Roth destination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Portfolio bracket sales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 → expense funding → gains/draws → tax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LTC deductions and taxable 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Commit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Tolerance 0.005, cap 60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SCGL consumed once after solve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Apply account draw/conversion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Roll balance and basis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Publish diagnostics and source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Charts consume settled projection rows; Markdown and CSS never recreate financial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Funding, property, and estate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Source priority and tax character remain explicit even with the new distribution cash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Expense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Cash income then dividend-like cash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Built-in residual sales → pre-tax IRA → Roth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Or custom pf/ira/roth/re list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 follows selected source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Unfunded shortfall reported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Property sale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Scheduled sale incremental tax netted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Age/LTC year-end proceeds next year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Shortfall sale start-year with tax in expense pool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Unused proceeds target portfolio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second sale after dead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Basis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Full modeled joint-spouse step-up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IDGT carryover basis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Same-holder swaps conserve total basis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AUM eligible non-IDGT brokerage only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Distributions reinvested into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Inheritance and inherited IRA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Imports carry provenance and preserve recipient overrides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Source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Parent passing snapshot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pf/re/ira/roth, no annuities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Percentage allocation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Normal asset lists with inh.base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balance before startYear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Re-import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Untouched fields follow new source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User edits retained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Zero/missing assets removed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Changed fields marked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Age editor maps to calendar arrival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Account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Inherited pre-tax draws ordinary/cash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Roth payout cash only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SLE schedule when applicable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Ten-year deadline retained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Own vs inherited rows separated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Inherited cash-routing rule takes precedence over older contradictory conversion-unit wording.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Local live links and isolated tabs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Parent publication and recipient refresh use a browser-local transport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Publish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Recompute parent normally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Extract from lastProjection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Hash/debounce/liveness gates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BroadcastChannel same origin/browser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second parent projection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Receive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Validate bounded finite assets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Newest source snapshot wins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Defer while editing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Apply normal inheritance merge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Re-render/recompute/save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Isolation and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Web Locks claim autosave slots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Named ?plan supported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liveId differs from slot and scenario ID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Ancestry chains reject cycles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remote transport or reverse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A → B → C may propagate; a closed publisher leaves the recipient’s last snapshot intact.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Dashboard — saved layouts and one-shot scales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Movable panels remain passive consumers of projection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Layout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2×N fresh / legacy 3×N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Independent chartPos and chartPosAlt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Drag title moves/swaps cells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Hidden panel retains title/cell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No-data panels preserve 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Scale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chartYMax saved and restored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Same scale equalizes once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Rescale chosen chart only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Dry pass initializes missing maxima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SS and SS tax excluded from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Analysis and popups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Income/MAGI/ordinary/qualified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IRA and LTCG annual flows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Inheritance-income panel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External tooltips / Chart Element Info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legends or devalue sliders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Persistence and reporting lifecycles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Plan content, file handles, and temporary print state have separate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Scenarios and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Up to 26 financial plans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Viewer ui retained on switch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Global Notes ui-owned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Scenario Notes plan-owned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Reset leaves only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Save and 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Save serializes every scenario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Local Load/first Save As sets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Later supported overwrite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Reset/reload forget file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Fallback filename/download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Print and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Print expands hidden UI temporarily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Off-screen chart copies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Three chart panels per print row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Full clamped-note text printed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Excel app values vs formulas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Inherited/property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The specification designates Chrome as the tested application target; this rebuild is not a browser compatibility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Engineering map and consistency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Shared helpers gain scope while finance stays in Compute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New source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core/markdown.js added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mdPage.js owns Usage/Tips openers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notesPage.js / usagePage.js removed from tree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controls.js clampNotes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Compact CSS card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Change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Schema defaults and migration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Input contract and responsive containment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Compute + projection row fields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Charts/Excel/chat/docs mappings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Parser options per trust context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Regression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Source caveats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cgd conflicts with old “gains only from sales” summaries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 counts/default prose partly stale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Inherited conversion-unit wording retained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Specific newest contracts govern here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code audit or financial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Deck rebuilt from newest uploaded ARCHITECTURE.md; diagrams use editable PowerPoint shapes.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15, 2026 | Newest ARCHITECTURE.md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